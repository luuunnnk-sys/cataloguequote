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</p:sldIdLst>
  <p:sldSz cx="6858000" cy="9144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1632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URRIER, Sabine" userId="9b9af6b4-8435-4d51-af89-6891e422aa41" providerId="ADAL" clId="{DF5344A8-4317-4549-A2E9-9BF6CD54B1EC}"/>
    <pc:docChg chg="custSel addSld modSld sldOrd">
      <pc:chgData name="FOURRIER, Sabine" userId="9b9af6b4-8435-4d51-af89-6891e422aa41" providerId="ADAL" clId="{DF5344A8-4317-4549-A2E9-9BF6CD54B1EC}" dt="2023-02-21T16:00:41.016" v="749"/>
      <pc:docMkLst>
        <pc:docMk/>
      </pc:docMkLst>
      <pc:sldChg chg="addSp delSp modSp mod ord">
        <pc:chgData name="FOURRIER, Sabine" userId="9b9af6b4-8435-4d51-af89-6891e422aa41" providerId="ADAL" clId="{DF5344A8-4317-4549-A2E9-9BF6CD54B1EC}" dt="2023-02-21T16:00:04.699" v="741" actId="20577"/>
        <pc:sldMkLst>
          <pc:docMk/>
          <pc:sldMk cId="3735264620" sldId="256"/>
        </pc:sldMkLst>
        <pc:spChg chg="add mod">
          <ac:chgData name="FOURRIER, Sabine" userId="9b9af6b4-8435-4d51-af89-6891e422aa41" providerId="ADAL" clId="{DF5344A8-4317-4549-A2E9-9BF6CD54B1EC}" dt="2023-02-21T15:25:24.052" v="315" actId="20577"/>
          <ac:spMkLst>
            <pc:docMk/>
            <pc:sldMk cId="3735264620" sldId="256"/>
            <ac:spMk id="3" creationId="{F1AD1F02-CC76-7CC8-6E8C-C6C6A81E3E24}"/>
          </ac:spMkLst>
        </pc:spChg>
        <pc:spChg chg="add mod">
          <ac:chgData name="FOURRIER, Sabine" userId="9b9af6b4-8435-4d51-af89-6891e422aa41" providerId="ADAL" clId="{DF5344A8-4317-4549-A2E9-9BF6CD54B1EC}" dt="2023-02-21T15:40:57.893" v="639" actId="404"/>
          <ac:spMkLst>
            <pc:docMk/>
            <pc:sldMk cId="3735264620" sldId="256"/>
            <ac:spMk id="4" creationId="{8D60DA92-34F8-AB40-44C2-E40768F84EBE}"/>
          </ac:spMkLst>
        </pc:spChg>
        <pc:spChg chg="add mod">
          <ac:chgData name="FOURRIER, Sabine" userId="9b9af6b4-8435-4d51-af89-6891e422aa41" providerId="ADAL" clId="{DF5344A8-4317-4549-A2E9-9BF6CD54B1EC}" dt="2023-02-21T15:41:55.940" v="713" actId="113"/>
          <ac:spMkLst>
            <pc:docMk/>
            <pc:sldMk cId="3735264620" sldId="256"/>
            <ac:spMk id="8" creationId="{7F03BE08-BE31-221D-2DB8-662650C3E852}"/>
          </ac:spMkLst>
        </pc:spChg>
        <pc:spChg chg="add mod">
          <ac:chgData name="FOURRIER, Sabine" userId="9b9af6b4-8435-4d51-af89-6891e422aa41" providerId="ADAL" clId="{DF5344A8-4317-4549-A2E9-9BF6CD54B1EC}" dt="2023-02-21T16:00:04.699" v="741" actId="20577"/>
          <ac:spMkLst>
            <pc:docMk/>
            <pc:sldMk cId="3735264620" sldId="256"/>
            <ac:spMk id="9" creationId="{997F30CB-241A-8D7E-56C4-3DBBC31ED0E7}"/>
          </ac:spMkLst>
        </pc:spChg>
        <pc:spChg chg="del">
          <ac:chgData name="FOURRIER, Sabine" userId="9b9af6b4-8435-4d51-af89-6891e422aa41" providerId="ADAL" clId="{DF5344A8-4317-4549-A2E9-9BF6CD54B1EC}" dt="2023-02-21T15:42:38.151" v="723" actId="478"/>
          <ac:spMkLst>
            <pc:docMk/>
            <pc:sldMk cId="3735264620" sldId="256"/>
            <ac:spMk id="93" creationId="{00000000-0000-0000-0000-000000000000}"/>
          </ac:spMkLst>
        </pc:spChg>
        <pc:spChg chg="mod">
          <ac:chgData name="FOURRIER, Sabine" userId="9b9af6b4-8435-4d51-af89-6891e422aa41" providerId="ADAL" clId="{DF5344A8-4317-4549-A2E9-9BF6CD54B1EC}" dt="2023-02-21T15:24:36.862" v="273" actId="403"/>
          <ac:spMkLst>
            <pc:docMk/>
            <pc:sldMk cId="3735264620" sldId="256"/>
            <ac:spMk id="212" creationId="{02E19E5A-B960-FA34-AE51-41E33EAEB4E1}"/>
          </ac:spMkLst>
        </pc:spChg>
        <pc:spChg chg="mod">
          <ac:chgData name="FOURRIER, Sabine" userId="9b9af6b4-8435-4d51-af89-6891e422aa41" providerId="ADAL" clId="{DF5344A8-4317-4549-A2E9-9BF6CD54B1EC}" dt="2023-02-21T15:41:01.312" v="641" actId="403"/>
          <ac:spMkLst>
            <pc:docMk/>
            <pc:sldMk cId="3735264620" sldId="256"/>
            <ac:spMk id="213" creationId="{A5E21623-CF9C-9DF1-309E-E65ACAFB5BA3}"/>
          </ac:spMkLst>
        </pc:spChg>
        <pc:graphicFrameChg chg="add del mod">
          <ac:chgData name="FOURRIER, Sabine" userId="9b9af6b4-8435-4d51-af89-6891e422aa41" providerId="ADAL" clId="{DF5344A8-4317-4549-A2E9-9BF6CD54B1EC}" dt="2023-02-21T15:27:16.757" v="367" actId="478"/>
          <ac:graphicFrameMkLst>
            <pc:docMk/>
            <pc:sldMk cId="3735264620" sldId="256"/>
            <ac:graphicFrameMk id="6" creationId="{096FF0FB-1ADA-856B-D50E-12FA52F56CBA}"/>
          </ac:graphicFrameMkLst>
        </pc:graphicFrameChg>
        <pc:picChg chg="add mod">
          <ac:chgData name="FOURRIER, Sabine" userId="9b9af6b4-8435-4d51-af89-6891e422aa41" providerId="ADAL" clId="{DF5344A8-4317-4549-A2E9-9BF6CD54B1EC}" dt="2023-02-21T15:41:05.413" v="642" actId="1076"/>
          <ac:picMkLst>
            <pc:docMk/>
            <pc:sldMk cId="3735264620" sldId="256"/>
            <ac:picMk id="5" creationId="{67D0855A-2C32-F3F4-C490-41B6F1EF9B34}"/>
          </ac:picMkLst>
        </pc:picChg>
        <pc:picChg chg="add mod">
          <ac:chgData name="FOURRIER, Sabine" userId="9b9af6b4-8435-4d51-af89-6891e422aa41" providerId="ADAL" clId="{DF5344A8-4317-4549-A2E9-9BF6CD54B1EC}" dt="2023-02-21T15:41:26.914" v="645" actId="1076"/>
          <ac:picMkLst>
            <pc:docMk/>
            <pc:sldMk cId="3735264620" sldId="256"/>
            <ac:picMk id="7" creationId="{6987F3CF-E787-3DAA-E273-4A1F965CC195}"/>
          </ac:picMkLst>
        </pc:picChg>
        <pc:picChg chg="mod">
          <ac:chgData name="FOURRIER, Sabine" userId="9b9af6b4-8435-4d51-af89-6891e422aa41" providerId="ADAL" clId="{DF5344A8-4317-4549-A2E9-9BF6CD54B1EC}" dt="2023-02-21T15:24:45.182" v="275" actId="1076"/>
          <ac:picMkLst>
            <pc:docMk/>
            <pc:sldMk cId="3735264620" sldId="256"/>
            <ac:picMk id="209" creationId="{B8995448-3749-BF36-BD2F-28E57F2DFC14}"/>
          </ac:picMkLst>
        </pc:picChg>
        <pc:picChg chg="mod">
          <ac:chgData name="FOURRIER, Sabine" userId="9b9af6b4-8435-4d51-af89-6891e422aa41" providerId="ADAL" clId="{DF5344A8-4317-4549-A2E9-9BF6CD54B1EC}" dt="2023-02-21T15:24:45.182" v="275" actId="1076"/>
          <ac:picMkLst>
            <pc:docMk/>
            <pc:sldMk cId="3735264620" sldId="256"/>
            <ac:picMk id="211" creationId="{CCB46E5F-41A5-07AA-9D0D-5E1E62853E9E}"/>
          </ac:picMkLst>
        </pc:picChg>
        <pc:picChg chg="mod">
          <ac:chgData name="FOURRIER, Sabine" userId="9b9af6b4-8435-4d51-af89-6891e422aa41" providerId="ADAL" clId="{DF5344A8-4317-4549-A2E9-9BF6CD54B1EC}" dt="2023-02-21T15:24:45.182" v="275" actId="1076"/>
          <ac:picMkLst>
            <pc:docMk/>
            <pc:sldMk cId="3735264620" sldId="256"/>
            <ac:picMk id="215" creationId="{D4BB369D-D853-5A2C-96F4-0199801F0074}"/>
          </ac:picMkLst>
        </pc:picChg>
        <pc:picChg chg="mod">
          <ac:chgData name="FOURRIER, Sabine" userId="9b9af6b4-8435-4d51-af89-6891e422aa41" providerId="ADAL" clId="{DF5344A8-4317-4549-A2E9-9BF6CD54B1EC}" dt="2023-02-21T15:24:45.182" v="275" actId="1076"/>
          <ac:picMkLst>
            <pc:docMk/>
            <pc:sldMk cId="3735264620" sldId="256"/>
            <ac:picMk id="217" creationId="{13EB00DC-367D-5467-214F-7434AA33512F}"/>
          </ac:picMkLst>
        </pc:picChg>
      </pc:sldChg>
      <pc:sldChg chg="addSp delSp modSp mod">
        <pc:chgData name="FOURRIER, Sabine" userId="9b9af6b4-8435-4d51-af89-6891e422aa41" providerId="ADAL" clId="{DF5344A8-4317-4549-A2E9-9BF6CD54B1EC}" dt="2023-02-21T16:00:31.075" v="747"/>
        <pc:sldMkLst>
          <pc:docMk/>
          <pc:sldMk cId="2440984486" sldId="257"/>
        </pc:sldMkLst>
        <pc:spChg chg="mod">
          <ac:chgData name="FOURRIER, Sabine" userId="9b9af6b4-8435-4d51-af89-6891e422aa41" providerId="ADAL" clId="{DF5344A8-4317-4549-A2E9-9BF6CD54B1EC}" dt="2023-02-21T15:38:07.349" v="557" actId="14100"/>
          <ac:spMkLst>
            <pc:docMk/>
            <pc:sldMk cId="2440984486" sldId="257"/>
            <ac:spMk id="5" creationId="{73E2C1B8-16C6-975F-9C40-D80DAAF952D4}"/>
          </ac:spMkLst>
        </pc:spChg>
        <pc:spChg chg="mod">
          <ac:chgData name="FOURRIER, Sabine" userId="9b9af6b4-8435-4d51-af89-6891e422aa41" providerId="ADAL" clId="{DF5344A8-4317-4549-A2E9-9BF6CD54B1EC}" dt="2023-02-21T15:36:24.973" v="543" actId="255"/>
          <ac:spMkLst>
            <pc:docMk/>
            <pc:sldMk cId="2440984486" sldId="257"/>
            <ac:spMk id="6" creationId="{4D06DC8D-3B17-6DB0-2064-36EC8C347733}"/>
          </ac:spMkLst>
        </pc:spChg>
        <pc:spChg chg="mod">
          <ac:chgData name="FOURRIER, Sabine" userId="9b9af6b4-8435-4d51-af89-6891e422aa41" providerId="ADAL" clId="{DF5344A8-4317-4549-A2E9-9BF6CD54B1EC}" dt="2023-02-21T15:37:29.815" v="553" actId="14100"/>
          <ac:spMkLst>
            <pc:docMk/>
            <pc:sldMk cId="2440984486" sldId="257"/>
            <ac:spMk id="7" creationId="{35FDDA99-888F-D2BA-2278-BF354FD376C1}"/>
          </ac:spMkLst>
        </pc:spChg>
        <pc:spChg chg="mod">
          <ac:chgData name="FOURRIER, Sabine" userId="9b9af6b4-8435-4d51-af89-6891e422aa41" providerId="ADAL" clId="{DF5344A8-4317-4549-A2E9-9BF6CD54B1EC}" dt="2023-02-21T15:38:16.876" v="560" actId="14100"/>
          <ac:spMkLst>
            <pc:docMk/>
            <pc:sldMk cId="2440984486" sldId="257"/>
            <ac:spMk id="8" creationId="{5D460CFC-E8B6-9F9E-BDF5-822BECEAF243}"/>
          </ac:spMkLst>
        </pc:spChg>
        <pc:spChg chg="mod">
          <ac:chgData name="FOURRIER, Sabine" userId="9b9af6b4-8435-4d51-af89-6891e422aa41" providerId="ADAL" clId="{DF5344A8-4317-4549-A2E9-9BF6CD54B1EC}" dt="2023-02-21T15:38:09.429" v="558" actId="14100"/>
          <ac:spMkLst>
            <pc:docMk/>
            <pc:sldMk cId="2440984486" sldId="257"/>
            <ac:spMk id="9" creationId="{768DF5C7-F92A-346F-CD8A-0A7B3F6E9B3B}"/>
          </ac:spMkLst>
        </pc:spChg>
        <pc:spChg chg="mod">
          <ac:chgData name="FOURRIER, Sabine" userId="9b9af6b4-8435-4d51-af89-6891e422aa41" providerId="ADAL" clId="{DF5344A8-4317-4549-A2E9-9BF6CD54B1EC}" dt="2023-02-21T15:38:22.055" v="562" actId="14100"/>
          <ac:spMkLst>
            <pc:docMk/>
            <pc:sldMk cId="2440984486" sldId="257"/>
            <ac:spMk id="10" creationId="{F3DF61CB-0DFD-E8F7-4BB2-2CCB24BC1DB1}"/>
          </ac:spMkLst>
        </pc:spChg>
        <pc:spChg chg="mod">
          <ac:chgData name="FOURRIER, Sabine" userId="9b9af6b4-8435-4d51-af89-6891e422aa41" providerId="ADAL" clId="{DF5344A8-4317-4549-A2E9-9BF6CD54B1EC}" dt="2023-02-21T15:33:08.318" v="502" actId="1076"/>
          <ac:spMkLst>
            <pc:docMk/>
            <pc:sldMk cId="2440984486" sldId="257"/>
            <ac:spMk id="18" creationId="{93772F45-9490-1796-2C0F-80F02E4A34D7}"/>
          </ac:spMkLst>
        </pc:spChg>
        <pc:spChg chg="mod">
          <ac:chgData name="FOURRIER, Sabine" userId="9b9af6b4-8435-4d51-af89-6891e422aa41" providerId="ADAL" clId="{DF5344A8-4317-4549-A2E9-9BF6CD54B1EC}" dt="2023-02-21T15:37:33.632" v="554" actId="14100"/>
          <ac:spMkLst>
            <pc:docMk/>
            <pc:sldMk cId="2440984486" sldId="257"/>
            <ac:spMk id="27" creationId="{22605B32-79FF-A0C8-D311-5F8E524DF24E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28" creationId="{56030EB1-58B0-B8AF-FF4E-ABF347DC551B}"/>
          </ac:spMkLst>
        </pc:spChg>
        <pc:spChg chg="mod">
          <ac:chgData name="FOURRIER, Sabine" userId="9b9af6b4-8435-4d51-af89-6891e422aa41" providerId="ADAL" clId="{DF5344A8-4317-4549-A2E9-9BF6CD54B1EC}" dt="2023-02-21T15:37:53.294" v="555" actId="207"/>
          <ac:spMkLst>
            <pc:docMk/>
            <pc:sldMk cId="2440984486" sldId="257"/>
            <ac:spMk id="29" creationId="{BBE85BD8-2861-933D-124B-E3D3F5FC7E0B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30" creationId="{EF540CFE-5A32-3E5B-6085-3180941ED52D}"/>
          </ac:spMkLst>
        </pc:spChg>
        <pc:spChg chg="mod">
          <ac:chgData name="FOURRIER, Sabine" userId="9b9af6b4-8435-4d51-af89-6891e422aa41" providerId="ADAL" clId="{DF5344A8-4317-4549-A2E9-9BF6CD54B1EC}" dt="2023-02-21T15:36:24.973" v="543" actId="255"/>
          <ac:spMkLst>
            <pc:docMk/>
            <pc:sldMk cId="2440984486" sldId="257"/>
            <ac:spMk id="31" creationId="{EE105A61-1F72-4A38-1642-E92CA96111D1}"/>
          </ac:spMkLst>
        </pc:spChg>
        <pc:spChg chg="mod">
          <ac:chgData name="FOURRIER, Sabine" userId="9b9af6b4-8435-4d51-af89-6891e422aa41" providerId="ADAL" clId="{DF5344A8-4317-4549-A2E9-9BF6CD54B1EC}" dt="2023-02-21T15:36:24.973" v="543" actId="255"/>
          <ac:spMkLst>
            <pc:docMk/>
            <pc:sldMk cId="2440984486" sldId="257"/>
            <ac:spMk id="32" creationId="{9B1A80D6-89AB-D7BB-8FD2-5FED9A2B4A6A}"/>
          </ac:spMkLst>
        </pc:spChg>
        <pc:spChg chg="mod">
          <ac:chgData name="FOURRIER, Sabine" userId="9b9af6b4-8435-4d51-af89-6891e422aa41" providerId="ADAL" clId="{DF5344A8-4317-4549-A2E9-9BF6CD54B1EC}" dt="2023-02-21T15:38:25.193" v="563" actId="14100"/>
          <ac:spMkLst>
            <pc:docMk/>
            <pc:sldMk cId="2440984486" sldId="257"/>
            <ac:spMk id="60" creationId="{36E41BB1-9E28-F765-4DC4-77C3B2BC26B5}"/>
          </ac:spMkLst>
        </pc:spChg>
        <pc:spChg chg="mod">
          <ac:chgData name="FOURRIER, Sabine" userId="9b9af6b4-8435-4d51-af89-6891e422aa41" providerId="ADAL" clId="{DF5344A8-4317-4549-A2E9-9BF6CD54B1EC}" dt="2023-02-21T15:42:11.808" v="714"/>
          <ac:spMkLst>
            <pc:docMk/>
            <pc:sldMk cId="2440984486" sldId="257"/>
            <ac:spMk id="62" creationId="{AAABF05E-9C61-99A3-D361-9524A2F1D31D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73" creationId="{30C8D36A-C0BB-9F0D-F49E-C0BF90AE0C9A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74" creationId="{E4D33A31-5AF2-7D73-8499-CEB59D180462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91" creationId="{8ECFE1A9-839B-0F37-4F7B-F5A24F845E8C}"/>
          </ac:spMkLst>
        </pc:spChg>
        <pc:spChg chg="mod">
          <ac:chgData name="FOURRIER, Sabine" userId="9b9af6b4-8435-4d51-af89-6891e422aa41" providerId="ADAL" clId="{DF5344A8-4317-4549-A2E9-9BF6CD54B1EC}" dt="2023-02-21T15:36:01.112" v="541" actId="1076"/>
          <ac:spMkLst>
            <pc:docMk/>
            <pc:sldMk cId="2440984486" sldId="257"/>
            <ac:spMk id="92" creationId="{00000000-0000-0000-0000-000000000000}"/>
          </ac:spMkLst>
        </pc:spChg>
        <pc:spChg chg="del mod">
          <ac:chgData name="FOURRIER, Sabine" userId="9b9af6b4-8435-4d51-af89-6891e422aa41" providerId="ADAL" clId="{DF5344A8-4317-4549-A2E9-9BF6CD54B1EC}" dt="2023-02-21T16:00:30.618" v="746" actId="478"/>
          <ac:spMkLst>
            <pc:docMk/>
            <pc:sldMk cId="2440984486" sldId="257"/>
            <ac:spMk id="93" creationId="{00000000-0000-0000-0000-000000000000}"/>
          </ac:spMkLst>
        </pc:spChg>
        <pc:spChg chg="mod">
          <ac:chgData name="FOURRIER, Sabine" userId="9b9af6b4-8435-4d51-af89-6891e422aa41" providerId="ADAL" clId="{DF5344A8-4317-4549-A2E9-9BF6CD54B1EC}" dt="2023-02-21T15:36:24.973" v="543" actId="255"/>
          <ac:spMkLst>
            <pc:docMk/>
            <pc:sldMk cId="2440984486" sldId="257"/>
            <ac:spMk id="95" creationId="{FCA29855-7DD2-86A3-68FE-D467D23A4252}"/>
          </ac:spMkLst>
        </pc:spChg>
        <pc:spChg chg="mod">
          <ac:chgData name="FOURRIER, Sabine" userId="9b9af6b4-8435-4d51-af89-6891e422aa41" providerId="ADAL" clId="{DF5344A8-4317-4549-A2E9-9BF6CD54B1EC}" dt="2023-02-21T15:36:24.973" v="543" actId="255"/>
          <ac:spMkLst>
            <pc:docMk/>
            <pc:sldMk cId="2440984486" sldId="257"/>
            <ac:spMk id="96" creationId="{AC5F38D8-5695-F753-6A0C-BB852F367A7D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110" creationId="{853B1F0C-3182-9924-855B-865B41AB47EC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120" creationId="{1FC99F72-416F-BA09-DD9F-F6D711F1D3B2}"/>
          </ac:spMkLst>
        </pc:spChg>
        <pc:spChg chg="mod">
          <ac:chgData name="FOURRIER, Sabine" userId="9b9af6b4-8435-4d51-af89-6891e422aa41" providerId="ADAL" clId="{DF5344A8-4317-4549-A2E9-9BF6CD54B1EC}" dt="2023-02-21T15:36:15.514" v="542" actId="255"/>
          <ac:spMkLst>
            <pc:docMk/>
            <pc:sldMk cId="2440984486" sldId="257"/>
            <ac:spMk id="139" creationId="{8A8D12B1-0E4B-8874-806C-A4718B05D048}"/>
          </ac:spMkLst>
        </pc:spChg>
        <pc:spChg chg="mod">
          <ac:chgData name="FOURRIER, Sabine" userId="9b9af6b4-8435-4d51-af89-6891e422aa41" providerId="ADAL" clId="{DF5344A8-4317-4549-A2E9-9BF6CD54B1EC}" dt="2023-02-21T15:36:24.973" v="543" actId="255"/>
          <ac:spMkLst>
            <pc:docMk/>
            <pc:sldMk cId="2440984486" sldId="257"/>
            <ac:spMk id="168" creationId="{CD6E0EE4-083C-F446-3ABA-66538DB44660}"/>
          </ac:spMkLst>
        </pc:spChg>
        <pc:spChg chg="mod ord">
          <ac:chgData name="FOURRIER, Sabine" userId="9b9af6b4-8435-4d51-af89-6891e422aa41" providerId="ADAL" clId="{DF5344A8-4317-4549-A2E9-9BF6CD54B1EC}" dt="2023-02-21T15:37:00.715" v="548" actId="166"/>
          <ac:spMkLst>
            <pc:docMk/>
            <pc:sldMk cId="2440984486" sldId="257"/>
            <ac:spMk id="169" creationId="{720A3CA0-ED37-A6C0-6235-2F851CAA95FE}"/>
          </ac:spMkLst>
        </pc:spChg>
        <pc:spChg chg="add mod">
          <ac:chgData name="FOURRIER, Sabine" userId="9b9af6b4-8435-4d51-af89-6891e422aa41" providerId="ADAL" clId="{DF5344A8-4317-4549-A2E9-9BF6CD54B1EC}" dt="2023-02-21T16:00:31.075" v="747"/>
          <ac:spMkLst>
            <pc:docMk/>
            <pc:sldMk cId="2440984486" sldId="257"/>
            <ac:spMk id="201" creationId="{B29828DC-16C2-445E-C298-0AAAC5879A79}"/>
          </ac:spMkLst>
        </pc:spChg>
        <pc:cxnChg chg="mod">
          <ac:chgData name="FOURRIER, Sabine" userId="9b9af6b4-8435-4d51-af89-6891e422aa41" providerId="ADAL" clId="{DF5344A8-4317-4549-A2E9-9BF6CD54B1EC}" dt="2023-02-21T15:38:09.429" v="558" actId="14100"/>
          <ac:cxnSpMkLst>
            <pc:docMk/>
            <pc:sldMk cId="2440984486" sldId="257"/>
            <ac:cxnSpMk id="34" creationId="{ED8D263A-D38B-F496-10DD-0763264B23C5}"/>
          </ac:cxnSpMkLst>
        </pc:cxnChg>
        <pc:cxnChg chg="mod">
          <ac:chgData name="FOURRIER, Sabine" userId="9b9af6b4-8435-4d51-af89-6891e422aa41" providerId="ADAL" clId="{DF5344A8-4317-4549-A2E9-9BF6CD54B1EC}" dt="2023-02-21T15:38:09.429" v="558" actId="14100"/>
          <ac:cxnSpMkLst>
            <pc:docMk/>
            <pc:sldMk cId="2440984486" sldId="257"/>
            <ac:cxnSpMk id="36" creationId="{AAC23D7E-8169-11CD-A84B-D754AD47FD3B}"/>
          </ac:cxnSpMkLst>
        </pc:cxnChg>
        <pc:cxnChg chg="mod">
          <ac:chgData name="FOURRIER, Sabine" userId="9b9af6b4-8435-4d51-af89-6891e422aa41" providerId="ADAL" clId="{DF5344A8-4317-4549-A2E9-9BF6CD54B1EC}" dt="2023-02-21T15:38:07.349" v="557" actId="14100"/>
          <ac:cxnSpMkLst>
            <pc:docMk/>
            <pc:sldMk cId="2440984486" sldId="257"/>
            <ac:cxnSpMk id="41" creationId="{B05ACD92-FACE-830A-53AA-FBF0B64A78D9}"/>
          </ac:cxnSpMkLst>
        </pc:cxnChg>
        <pc:cxnChg chg="mod">
          <ac:chgData name="FOURRIER, Sabine" userId="9b9af6b4-8435-4d51-af89-6891e422aa41" providerId="ADAL" clId="{DF5344A8-4317-4549-A2E9-9BF6CD54B1EC}" dt="2023-02-21T15:37:29.815" v="553" actId="14100"/>
          <ac:cxnSpMkLst>
            <pc:docMk/>
            <pc:sldMk cId="2440984486" sldId="257"/>
            <ac:cxnSpMk id="43" creationId="{7EB4FED6-ED01-3542-1EA4-F591FC598F8F}"/>
          </ac:cxnSpMkLst>
        </pc:cxnChg>
        <pc:cxnChg chg="mod">
          <ac:chgData name="FOURRIER, Sabine" userId="9b9af6b4-8435-4d51-af89-6891e422aa41" providerId="ADAL" clId="{DF5344A8-4317-4549-A2E9-9BF6CD54B1EC}" dt="2023-02-21T15:37:33.632" v="554" actId="14100"/>
          <ac:cxnSpMkLst>
            <pc:docMk/>
            <pc:sldMk cId="2440984486" sldId="257"/>
            <ac:cxnSpMk id="47" creationId="{A4DE7A38-4CDB-B1B7-67C2-D2DF1C694CC9}"/>
          </ac:cxnSpMkLst>
        </pc:cxnChg>
        <pc:cxnChg chg="mod">
          <ac:chgData name="FOURRIER, Sabine" userId="9b9af6b4-8435-4d51-af89-6891e422aa41" providerId="ADAL" clId="{DF5344A8-4317-4549-A2E9-9BF6CD54B1EC}" dt="2023-02-21T15:37:33.632" v="554" actId="14100"/>
          <ac:cxnSpMkLst>
            <pc:docMk/>
            <pc:sldMk cId="2440984486" sldId="257"/>
            <ac:cxnSpMk id="48" creationId="{24AF892B-92CC-3725-242E-A3E014DB9C07}"/>
          </ac:cxnSpMkLst>
        </pc:cxnChg>
        <pc:cxnChg chg="mod">
          <ac:chgData name="FOURRIER, Sabine" userId="9b9af6b4-8435-4d51-af89-6891e422aa41" providerId="ADAL" clId="{DF5344A8-4317-4549-A2E9-9BF6CD54B1EC}" dt="2023-02-21T15:34:17.660" v="519" actId="14100"/>
          <ac:cxnSpMkLst>
            <pc:docMk/>
            <pc:sldMk cId="2440984486" sldId="257"/>
            <ac:cxnSpMk id="53" creationId="{A34AF7B5-FDD1-BD62-AD82-095C20A047E4}"/>
          </ac:cxnSpMkLst>
        </pc:cxnChg>
        <pc:cxnChg chg="mod">
          <ac:chgData name="FOURRIER, Sabine" userId="9b9af6b4-8435-4d51-af89-6891e422aa41" providerId="ADAL" clId="{DF5344A8-4317-4549-A2E9-9BF6CD54B1EC}" dt="2023-02-21T15:34:17.660" v="519" actId="14100"/>
          <ac:cxnSpMkLst>
            <pc:docMk/>
            <pc:sldMk cId="2440984486" sldId="257"/>
            <ac:cxnSpMk id="54" creationId="{8E4F7AF2-C4B4-4EC3-57BD-B4CCB6A63BB0}"/>
          </ac:cxnSpMkLst>
        </pc:cxnChg>
        <pc:cxnChg chg="mod">
          <ac:chgData name="FOURRIER, Sabine" userId="9b9af6b4-8435-4d51-af89-6891e422aa41" providerId="ADAL" clId="{DF5344A8-4317-4549-A2E9-9BF6CD54B1EC}" dt="2023-02-21T15:38:16.876" v="560" actId="14100"/>
          <ac:cxnSpMkLst>
            <pc:docMk/>
            <pc:sldMk cId="2440984486" sldId="257"/>
            <ac:cxnSpMk id="56" creationId="{B838379F-8A4A-7DA4-EA1A-9F398ADC90FB}"/>
          </ac:cxnSpMkLst>
        </pc:cxnChg>
        <pc:cxnChg chg="mod">
          <ac:chgData name="FOURRIER, Sabine" userId="9b9af6b4-8435-4d51-af89-6891e422aa41" providerId="ADAL" clId="{DF5344A8-4317-4549-A2E9-9BF6CD54B1EC}" dt="2023-02-21T15:38:16.876" v="560" actId="14100"/>
          <ac:cxnSpMkLst>
            <pc:docMk/>
            <pc:sldMk cId="2440984486" sldId="257"/>
            <ac:cxnSpMk id="57" creationId="{BE11252D-1664-82AE-F733-2645ECC0C3CF}"/>
          </ac:cxnSpMkLst>
        </pc:cxnChg>
        <pc:cxnChg chg="mod">
          <ac:chgData name="FOURRIER, Sabine" userId="9b9af6b4-8435-4d51-af89-6891e422aa41" providerId="ADAL" clId="{DF5344A8-4317-4549-A2E9-9BF6CD54B1EC}" dt="2023-02-21T15:37:06.717" v="549" actId="14100"/>
          <ac:cxnSpMkLst>
            <pc:docMk/>
            <pc:sldMk cId="2440984486" sldId="257"/>
            <ac:cxnSpMk id="68" creationId="{E6538CC5-7720-F551-1EA9-5E5E74E5C7E6}"/>
          </ac:cxnSpMkLst>
        </pc:cxnChg>
        <pc:cxnChg chg="mod">
          <ac:chgData name="FOURRIER, Sabine" userId="9b9af6b4-8435-4d51-af89-6891e422aa41" providerId="ADAL" clId="{DF5344A8-4317-4549-A2E9-9BF6CD54B1EC}" dt="2023-02-21T15:37:09.898" v="550" actId="14100"/>
          <ac:cxnSpMkLst>
            <pc:docMk/>
            <pc:sldMk cId="2440984486" sldId="257"/>
            <ac:cxnSpMk id="71" creationId="{6D0B407C-C07C-8E44-B0B9-E101AE91A02C}"/>
          </ac:cxnSpMkLst>
        </pc:cxnChg>
        <pc:cxnChg chg="mod">
          <ac:chgData name="FOURRIER, Sabine" userId="9b9af6b4-8435-4d51-af89-6891e422aa41" providerId="ADAL" clId="{DF5344A8-4317-4549-A2E9-9BF6CD54B1EC}" dt="2023-02-21T15:34:14.263" v="518" actId="14100"/>
          <ac:cxnSpMkLst>
            <pc:docMk/>
            <pc:sldMk cId="2440984486" sldId="257"/>
            <ac:cxnSpMk id="80" creationId="{A8051243-38D0-1714-6EE1-59B1E1B6914D}"/>
          </ac:cxnSpMkLst>
        </pc:cxnChg>
        <pc:cxnChg chg="mod">
          <ac:chgData name="FOURRIER, Sabine" userId="9b9af6b4-8435-4d51-af89-6891e422aa41" providerId="ADAL" clId="{DF5344A8-4317-4549-A2E9-9BF6CD54B1EC}" dt="2023-02-21T15:34:14.263" v="518" actId="14100"/>
          <ac:cxnSpMkLst>
            <pc:docMk/>
            <pc:sldMk cId="2440984486" sldId="257"/>
            <ac:cxnSpMk id="84" creationId="{C8B200A1-2F36-C05F-6D03-89E17E5FF4C3}"/>
          </ac:cxnSpMkLst>
        </pc:cxnChg>
        <pc:cxnChg chg="mod">
          <ac:chgData name="FOURRIER, Sabine" userId="9b9af6b4-8435-4d51-af89-6891e422aa41" providerId="ADAL" clId="{DF5344A8-4317-4549-A2E9-9BF6CD54B1EC}" dt="2023-02-21T15:38:22.055" v="562" actId="14100"/>
          <ac:cxnSpMkLst>
            <pc:docMk/>
            <pc:sldMk cId="2440984486" sldId="257"/>
            <ac:cxnSpMk id="101" creationId="{416158DE-0CF6-52AA-3D45-60F62F35CB38}"/>
          </ac:cxnSpMkLst>
        </pc:cxnChg>
        <pc:cxnChg chg="mod">
          <ac:chgData name="FOURRIER, Sabine" userId="9b9af6b4-8435-4d51-af89-6891e422aa41" providerId="ADAL" clId="{DF5344A8-4317-4549-A2E9-9BF6CD54B1EC}" dt="2023-02-21T15:38:22.055" v="562" actId="14100"/>
          <ac:cxnSpMkLst>
            <pc:docMk/>
            <pc:sldMk cId="2440984486" sldId="257"/>
            <ac:cxnSpMk id="104" creationId="{658FF0FD-9683-6A44-900C-F91662CD6584}"/>
          </ac:cxnSpMkLst>
        </pc:cxnChg>
        <pc:cxnChg chg="mod">
          <ac:chgData name="FOURRIER, Sabine" userId="9b9af6b4-8435-4d51-af89-6891e422aa41" providerId="ADAL" clId="{DF5344A8-4317-4549-A2E9-9BF6CD54B1EC}" dt="2023-02-21T15:34:14.263" v="518" actId="14100"/>
          <ac:cxnSpMkLst>
            <pc:docMk/>
            <pc:sldMk cId="2440984486" sldId="257"/>
            <ac:cxnSpMk id="123" creationId="{57DAA367-D1E1-49A8-1B44-D78DCB278177}"/>
          </ac:cxnSpMkLst>
        </pc:cxnChg>
        <pc:cxnChg chg="mod">
          <ac:chgData name="FOURRIER, Sabine" userId="9b9af6b4-8435-4d51-af89-6891e422aa41" providerId="ADAL" clId="{DF5344A8-4317-4549-A2E9-9BF6CD54B1EC}" dt="2023-02-21T15:34:14.263" v="518" actId="14100"/>
          <ac:cxnSpMkLst>
            <pc:docMk/>
            <pc:sldMk cId="2440984486" sldId="257"/>
            <ac:cxnSpMk id="142" creationId="{0119DA4F-5096-F133-1BA1-8313DD8B97C2}"/>
          </ac:cxnSpMkLst>
        </pc:cxnChg>
        <pc:cxnChg chg="add">
          <ac:chgData name="FOURRIER, Sabine" userId="9b9af6b4-8435-4d51-af89-6891e422aa41" providerId="ADAL" clId="{DF5344A8-4317-4549-A2E9-9BF6CD54B1EC}" dt="2023-02-21T15:36:57.182" v="547" actId="11529"/>
          <ac:cxnSpMkLst>
            <pc:docMk/>
            <pc:sldMk cId="2440984486" sldId="257"/>
            <ac:cxnSpMk id="175" creationId="{3B50725B-996C-2BB1-F702-F5BE2387FE28}"/>
          </ac:cxnSpMkLst>
        </pc:cxnChg>
        <pc:cxnChg chg="del mod">
          <ac:chgData name="FOURRIER, Sabine" userId="9b9af6b4-8435-4d51-af89-6891e422aa41" providerId="ADAL" clId="{DF5344A8-4317-4549-A2E9-9BF6CD54B1EC}" dt="2023-02-21T15:36:50.765" v="546" actId="478"/>
          <ac:cxnSpMkLst>
            <pc:docMk/>
            <pc:sldMk cId="2440984486" sldId="257"/>
            <ac:cxnSpMk id="180" creationId="{7B702E20-FC31-EC19-217D-DAA36A3DA684}"/>
          </ac:cxnSpMkLst>
        </pc:cxnChg>
        <pc:cxnChg chg="mod">
          <ac:chgData name="FOURRIER, Sabine" userId="9b9af6b4-8435-4d51-af89-6891e422aa41" providerId="ADAL" clId="{DF5344A8-4317-4549-A2E9-9BF6CD54B1EC}" dt="2023-02-21T15:37:18.154" v="552" actId="14100"/>
          <ac:cxnSpMkLst>
            <pc:docMk/>
            <pc:sldMk cId="2440984486" sldId="257"/>
            <ac:cxnSpMk id="194" creationId="{165BE46F-3331-D503-C772-F66EDD811C54}"/>
          </ac:cxnSpMkLst>
        </pc:cxnChg>
        <pc:cxnChg chg="mod">
          <ac:chgData name="FOURRIER, Sabine" userId="9b9af6b4-8435-4d51-af89-6891e422aa41" providerId="ADAL" clId="{DF5344A8-4317-4549-A2E9-9BF6CD54B1EC}" dt="2023-02-21T15:37:13.463" v="551" actId="14100"/>
          <ac:cxnSpMkLst>
            <pc:docMk/>
            <pc:sldMk cId="2440984486" sldId="257"/>
            <ac:cxnSpMk id="197" creationId="{817A05C9-B12C-374B-4EEA-507B4CB600DB}"/>
          </ac:cxnSpMkLst>
        </pc:cxnChg>
        <pc:cxnChg chg="mod">
          <ac:chgData name="FOURRIER, Sabine" userId="9b9af6b4-8435-4d51-af89-6891e422aa41" providerId="ADAL" clId="{DF5344A8-4317-4549-A2E9-9BF6CD54B1EC}" dt="2023-02-21T15:38:09.429" v="558" actId="14100"/>
          <ac:cxnSpMkLst>
            <pc:docMk/>
            <pc:sldMk cId="2440984486" sldId="257"/>
            <ac:cxnSpMk id="205" creationId="{229C4CA3-5A72-7E59-979E-60ABD605B75F}"/>
          </ac:cxnSpMkLst>
        </pc:cxnChg>
      </pc:sldChg>
      <pc:sldChg chg="addSp delSp modSp mod">
        <pc:chgData name="FOURRIER, Sabine" userId="9b9af6b4-8435-4d51-af89-6891e422aa41" providerId="ADAL" clId="{DF5344A8-4317-4549-A2E9-9BF6CD54B1EC}" dt="2023-02-21T16:00:26.183" v="745"/>
        <pc:sldMkLst>
          <pc:docMk/>
          <pc:sldMk cId="3164685287" sldId="258"/>
        </pc:sldMkLst>
        <pc:spChg chg="mod">
          <ac:chgData name="FOURRIER, Sabine" userId="9b9af6b4-8435-4d51-af89-6891e422aa41" providerId="ADAL" clId="{DF5344A8-4317-4549-A2E9-9BF6CD54B1EC}" dt="2023-02-10T12:06:32.633" v="166"/>
          <ac:spMkLst>
            <pc:docMk/>
            <pc:sldMk cId="3164685287" sldId="258"/>
            <ac:spMk id="4" creationId="{91589670-9E3A-4FBC-231B-6E8DCEFCD34F}"/>
          </ac:spMkLst>
        </pc:spChg>
        <pc:spChg chg="add del mod">
          <ac:chgData name="FOURRIER, Sabine" userId="9b9af6b4-8435-4d51-af89-6891e422aa41" providerId="ADAL" clId="{DF5344A8-4317-4549-A2E9-9BF6CD54B1EC}" dt="2023-02-21T16:00:25.710" v="744" actId="478"/>
          <ac:spMkLst>
            <pc:docMk/>
            <pc:sldMk cId="3164685287" sldId="258"/>
            <ac:spMk id="8" creationId="{BDE935BD-94CF-B9C9-7A09-3C8DB7453AE3}"/>
          </ac:spMkLst>
        </pc:spChg>
        <pc:spChg chg="add mod">
          <ac:chgData name="FOURRIER, Sabine" userId="9b9af6b4-8435-4d51-af89-6891e422aa41" providerId="ADAL" clId="{DF5344A8-4317-4549-A2E9-9BF6CD54B1EC}" dt="2023-02-21T16:00:26.183" v="745"/>
          <ac:spMkLst>
            <pc:docMk/>
            <pc:sldMk cId="3164685287" sldId="258"/>
            <ac:spMk id="9" creationId="{29CB7665-5D02-86BE-A638-B6EA4196B36D}"/>
          </ac:spMkLst>
        </pc:spChg>
        <pc:spChg chg="del">
          <ac:chgData name="FOURRIER, Sabine" userId="9b9af6b4-8435-4d51-af89-6891e422aa41" providerId="ADAL" clId="{DF5344A8-4317-4549-A2E9-9BF6CD54B1EC}" dt="2023-02-21T15:42:27.219" v="719" actId="478"/>
          <ac:spMkLst>
            <pc:docMk/>
            <pc:sldMk cId="3164685287" sldId="258"/>
            <ac:spMk id="93" creationId="{00000000-0000-0000-0000-000000000000}"/>
          </ac:spMkLst>
        </pc:spChg>
        <pc:picChg chg="mod">
          <ac:chgData name="FOURRIER, Sabine" userId="9b9af6b4-8435-4d51-af89-6891e422aa41" providerId="ADAL" clId="{DF5344A8-4317-4549-A2E9-9BF6CD54B1EC}" dt="2023-02-10T12:03:28.453" v="1" actId="1076"/>
          <ac:picMkLst>
            <pc:docMk/>
            <pc:sldMk cId="3164685287" sldId="258"/>
            <ac:picMk id="3" creationId="{7BACFFFC-8C78-E4E2-780E-E46798E6681A}"/>
          </ac:picMkLst>
        </pc:picChg>
        <pc:picChg chg="mod">
          <ac:chgData name="FOURRIER, Sabine" userId="9b9af6b4-8435-4d51-af89-6891e422aa41" providerId="ADAL" clId="{DF5344A8-4317-4549-A2E9-9BF6CD54B1EC}" dt="2023-02-10T12:03:26.713" v="0" actId="1076"/>
          <ac:picMkLst>
            <pc:docMk/>
            <pc:sldMk cId="3164685287" sldId="258"/>
            <ac:picMk id="5" creationId="{5CA1A25B-2CDC-082A-89F5-7BBE47F1A2C4}"/>
          </ac:picMkLst>
        </pc:picChg>
        <pc:picChg chg="mod">
          <ac:chgData name="FOURRIER, Sabine" userId="9b9af6b4-8435-4d51-af89-6891e422aa41" providerId="ADAL" clId="{DF5344A8-4317-4549-A2E9-9BF6CD54B1EC}" dt="2023-02-10T12:03:30.837" v="2" actId="1076"/>
          <ac:picMkLst>
            <pc:docMk/>
            <pc:sldMk cId="3164685287" sldId="258"/>
            <ac:picMk id="7" creationId="{116A4E4E-A249-179F-3E4C-7215DE6FCF87}"/>
          </ac:picMkLst>
        </pc:picChg>
      </pc:sldChg>
      <pc:sldChg chg="addSp delSp modSp add mod delAnim">
        <pc:chgData name="FOURRIER, Sabine" userId="9b9af6b4-8435-4d51-af89-6891e422aa41" providerId="ADAL" clId="{DF5344A8-4317-4549-A2E9-9BF6CD54B1EC}" dt="2023-02-21T16:00:19.090" v="743"/>
        <pc:sldMkLst>
          <pc:docMk/>
          <pc:sldMk cId="2482240597" sldId="259"/>
        </pc:sldMkLst>
        <pc:spChg chg="add del mod">
          <ac:chgData name="FOURRIER, Sabine" userId="9b9af6b4-8435-4d51-af89-6891e422aa41" providerId="ADAL" clId="{DF5344A8-4317-4549-A2E9-9BF6CD54B1EC}" dt="2023-02-21T16:00:18.554" v="742" actId="478"/>
          <ac:spMkLst>
            <pc:docMk/>
            <pc:sldMk cId="2482240597" sldId="259"/>
            <ac:spMk id="3" creationId="{82D300E2-AE5C-5B86-3EA8-084E2CD993CE}"/>
          </ac:spMkLst>
        </pc:spChg>
        <pc:spChg chg="del mod">
          <ac:chgData name="FOURRIER, Sabine" userId="9b9af6b4-8435-4d51-af89-6891e422aa41" providerId="ADAL" clId="{DF5344A8-4317-4549-A2E9-9BF6CD54B1EC}" dt="2023-02-10T12:05:08.610" v="63" actId="478"/>
          <ac:spMkLst>
            <pc:docMk/>
            <pc:sldMk cId="2482240597" sldId="259"/>
            <ac:spMk id="4" creationId="{91589670-9E3A-4FBC-231B-6E8DCEFCD34F}"/>
          </ac:spMkLst>
        </pc:spChg>
        <pc:spChg chg="add mod">
          <ac:chgData name="FOURRIER, Sabine" userId="9b9af6b4-8435-4d51-af89-6891e422aa41" providerId="ADAL" clId="{DF5344A8-4317-4549-A2E9-9BF6CD54B1EC}" dt="2023-02-21T16:00:19.090" v="743"/>
          <ac:spMkLst>
            <pc:docMk/>
            <pc:sldMk cId="2482240597" sldId="259"/>
            <ac:spMk id="4" creationId="{986EBB41-C864-946C-A0FC-E7AE9C30DCED}"/>
          </ac:spMkLst>
        </pc:spChg>
        <pc:spChg chg="mod">
          <ac:chgData name="FOURRIER, Sabine" userId="9b9af6b4-8435-4d51-af89-6891e422aa41" providerId="ADAL" clId="{DF5344A8-4317-4549-A2E9-9BF6CD54B1EC}" dt="2023-02-10T12:05:38.537" v="72" actId="1076"/>
          <ac:spMkLst>
            <pc:docMk/>
            <pc:sldMk cId="2482240597" sldId="259"/>
            <ac:spMk id="92" creationId="{00000000-0000-0000-0000-000000000000}"/>
          </ac:spMkLst>
        </pc:spChg>
        <pc:spChg chg="del">
          <ac:chgData name="FOURRIER, Sabine" userId="9b9af6b4-8435-4d51-af89-6891e422aa41" providerId="ADAL" clId="{DF5344A8-4317-4549-A2E9-9BF6CD54B1EC}" dt="2023-02-21T15:42:31.476" v="721" actId="478"/>
          <ac:spMkLst>
            <pc:docMk/>
            <pc:sldMk cId="2482240597" sldId="259"/>
            <ac:spMk id="93" creationId="{00000000-0000-0000-0000-000000000000}"/>
          </ac:spMkLst>
        </pc:spChg>
        <pc:picChg chg="del">
          <ac:chgData name="FOURRIER, Sabine" userId="9b9af6b4-8435-4d51-af89-6891e422aa41" providerId="ADAL" clId="{DF5344A8-4317-4549-A2E9-9BF6CD54B1EC}" dt="2023-02-10T12:05:05.546" v="61" actId="478"/>
          <ac:picMkLst>
            <pc:docMk/>
            <pc:sldMk cId="2482240597" sldId="259"/>
            <ac:picMk id="3" creationId="{7BACFFFC-8C78-E4E2-780E-E46798E6681A}"/>
          </ac:picMkLst>
        </pc:picChg>
        <pc:picChg chg="del">
          <ac:chgData name="FOURRIER, Sabine" userId="9b9af6b4-8435-4d51-af89-6891e422aa41" providerId="ADAL" clId="{DF5344A8-4317-4549-A2E9-9BF6CD54B1EC}" dt="2023-02-10T12:05:05.546" v="61" actId="478"/>
          <ac:picMkLst>
            <pc:docMk/>
            <pc:sldMk cId="2482240597" sldId="259"/>
            <ac:picMk id="5" creationId="{5CA1A25B-2CDC-082A-89F5-7BBE47F1A2C4}"/>
          </ac:picMkLst>
        </pc:picChg>
        <pc:picChg chg="del">
          <ac:chgData name="FOURRIER, Sabine" userId="9b9af6b4-8435-4d51-af89-6891e422aa41" providerId="ADAL" clId="{DF5344A8-4317-4549-A2E9-9BF6CD54B1EC}" dt="2023-02-10T12:05:05.546" v="61" actId="478"/>
          <ac:picMkLst>
            <pc:docMk/>
            <pc:sldMk cId="2482240597" sldId="259"/>
            <ac:picMk id="6" creationId="{D358DCE0-CEE9-39CC-BE82-8F99B3E22D0B}"/>
          </ac:picMkLst>
        </pc:picChg>
        <pc:picChg chg="del">
          <ac:chgData name="FOURRIER, Sabine" userId="9b9af6b4-8435-4d51-af89-6891e422aa41" providerId="ADAL" clId="{DF5344A8-4317-4549-A2E9-9BF6CD54B1EC}" dt="2023-02-10T12:05:05.546" v="61" actId="478"/>
          <ac:picMkLst>
            <pc:docMk/>
            <pc:sldMk cId="2482240597" sldId="259"/>
            <ac:picMk id="7" creationId="{116A4E4E-A249-179F-3E4C-7215DE6FCF87}"/>
          </ac:picMkLst>
        </pc:picChg>
        <pc:picChg chg="add">
          <ac:chgData name="FOURRIER, Sabine" userId="9b9af6b4-8435-4d51-af89-6891e422aa41" providerId="ADAL" clId="{DF5344A8-4317-4549-A2E9-9BF6CD54B1EC}" dt="2023-02-10T12:05:22.087" v="64"/>
          <ac:picMkLst>
            <pc:docMk/>
            <pc:sldMk cId="2482240597" sldId="259"/>
            <ac:picMk id="8" creationId="{D8A5C091-DF8B-639C-1ED8-352251E2A445}"/>
          </ac:picMkLst>
        </pc:picChg>
      </pc:sldChg>
      <pc:sldChg chg="addSp delSp modSp add mod">
        <pc:chgData name="FOURRIER, Sabine" userId="9b9af6b4-8435-4d51-af89-6891e422aa41" providerId="ADAL" clId="{DF5344A8-4317-4549-A2E9-9BF6CD54B1EC}" dt="2023-02-21T16:00:41.016" v="749"/>
        <pc:sldMkLst>
          <pc:docMk/>
          <pc:sldMk cId="4091897599" sldId="260"/>
        </pc:sldMkLst>
        <pc:spChg chg="del">
          <ac:chgData name="FOURRIER, Sabine" userId="9b9af6b4-8435-4d51-af89-6891e422aa41" providerId="ADAL" clId="{DF5344A8-4317-4549-A2E9-9BF6CD54B1EC}" dt="2023-02-21T15:38:54.381" v="569" actId="478"/>
          <ac:spMkLst>
            <pc:docMk/>
            <pc:sldMk cId="4091897599" sldId="260"/>
            <ac:spMk id="3" creationId="{F1AD1F02-CC76-7CC8-6E8C-C6C6A81E3E24}"/>
          </ac:spMkLst>
        </pc:spChg>
        <pc:spChg chg="del">
          <ac:chgData name="FOURRIER, Sabine" userId="9b9af6b4-8435-4d51-af89-6891e422aa41" providerId="ADAL" clId="{DF5344A8-4317-4549-A2E9-9BF6CD54B1EC}" dt="2023-02-21T15:38:54.381" v="569" actId="478"/>
          <ac:spMkLst>
            <pc:docMk/>
            <pc:sldMk cId="4091897599" sldId="260"/>
            <ac:spMk id="4" creationId="{8D60DA92-34F8-AB40-44C2-E40768F84EBE}"/>
          </ac:spMkLst>
        </pc:spChg>
        <pc:spChg chg="add del mod">
          <ac:chgData name="FOURRIER, Sabine" userId="9b9af6b4-8435-4d51-af89-6891e422aa41" providerId="ADAL" clId="{DF5344A8-4317-4549-A2E9-9BF6CD54B1EC}" dt="2023-02-21T16:00:40.533" v="748" actId="478"/>
          <ac:spMkLst>
            <pc:docMk/>
            <pc:sldMk cId="4091897599" sldId="260"/>
            <ac:spMk id="10" creationId="{F09F1AB7-44D1-964D-6E43-8DFC1587AD8E}"/>
          </ac:spMkLst>
        </pc:spChg>
        <pc:spChg chg="add mod">
          <ac:chgData name="FOURRIER, Sabine" userId="9b9af6b4-8435-4d51-af89-6891e422aa41" providerId="ADAL" clId="{DF5344A8-4317-4549-A2E9-9BF6CD54B1EC}" dt="2023-02-21T16:00:41.016" v="749"/>
          <ac:spMkLst>
            <pc:docMk/>
            <pc:sldMk cId="4091897599" sldId="260"/>
            <ac:spMk id="11" creationId="{7C32D6B9-333D-F5FA-DAFC-E489E485417D}"/>
          </ac:spMkLst>
        </pc:spChg>
        <pc:spChg chg="del">
          <ac:chgData name="FOURRIER, Sabine" userId="9b9af6b4-8435-4d51-af89-6891e422aa41" providerId="ADAL" clId="{DF5344A8-4317-4549-A2E9-9BF6CD54B1EC}" dt="2023-02-21T15:42:42.954" v="725" actId="478"/>
          <ac:spMkLst>
            <pc:docMk/>
            <pc:sldMk cId="4091897599" sldId="260"/>
            <ac:spMk id="93" creationId="{00000000-0000-0000-0000-000000000000}"/>
          </ac:spMkLst>
        </pc:spChg>
        <pc:spChg chg="mod">
          <ac:chgData name="FOURRIER, Sabine" userId="9b9af6b4-8435-4d51-af89-6891e422aa41" providerId="ADAL" clId="{DF5344A8-4317-4549-A2E9-9BF6CD54B1EC}" dt="2023-02-21T15:40:42.693" v="633" actId="20577"/>
          <ac:spMkLst>
            <pc:docMk/>
            <pc:sldMk cId="4091897599" sldId="260"/>
            <ac:spMk id="212" creationId="{02E19E5A-B960-FA34-AE51-41E33EAEB4E1}"/>
          </ac:spMkLst>
        </pc:spChg>
        <pc:spChg chg="del">
          <ac:chgData name="FOURRIER, Sabine" userId="9b9af6b4-8435-4d51-af89-6891e422aa41" providerId="ADAL" clId="{DF5344A8-4317-4549-A2E9-9BF6CD54B1EC}" dt="2023-02-21T15:39:05.228" v="600" actId="478"/>
          <ac:spMkLst>
            <pc:docMk/>
            <pc:sldMk cId="4091897599" sldId="260"/>
            <ac:spMk id="213" creationId="{A5E21623-CF9C-9DF1-309E-E65ACAFB5BA3}"/>
          </ac:spMkLst>
        </pc:spChg>
        <pc:picChg chg="del">
          <ac:chgData name="FOURRIER, Sabine" userId="9b9af6b4-8435-4d51-af89-6891e422aa41" providerId="ADAL" clId="{DF5344A8-4317-4549-A2E9-9BF6CD54B1EC}" dt="2023-02-21T15:38:54.381" v="569" actId="478"/>
          <ac:picMkLst>
            <pc:docMk/>
            <pc:sldMk cId="4091897599" sldId="260"/>
            <ac:picMk id="5" creationId="{67D0855A-2C32-F3F4-C490-41B6F1EF9B34}"/>
          </ac:picMkLst>
        </pc:picChg>
        <pc:picChg chg="add mod">
          <ac:chgData name="FOURRIER, Sabine" userId="9b9af6b4-8435-4d51-af89-6891e422aa41" providerId="ADAL" clId="{DF5344A8-4317-4549-A2E9-9BF6CD54B1EC}" dt="2023-02-21T15:39:47.703" v="603" actId="1076"/>
          <ac:picMkLst>
            <pc:docMk/>
            <pc:sldMk cId="4091897599" sldId="260"/>
            <ac:picMk id="7" creationId="{304EC2CE-004C-A901-A803-9DC62E04A73C}"/>
          </ac:picMkLst>
        </pc:picChg>
        <pc:picChg chg="add mod">
          <ac:chgData name="FOURRIER, Sabine" userId="9b9af6b4-8435-4d51-af89-6891e422aa41" providerId="ADAL" clId="{DF5344A8-4317-4549-A2E9-9BF6CD54B1EC}" dt="2023-02-21T15:40:13.757" v="607" actId="14100"/>
          <ac:picMkLst>
            <pc:docMk/>
            <pc:sldMk cId="4091897599" sldId="260"/>
            <ac:picMk id="9" creationId="{763B09F1-F611-7A71-3F23-14A65672A216}"/>
          </ac:picMkLst>
        </pc:picChg>
        <pc:picChg chg="del">
          <ac:chgData name="FOURRIER, Sabine" userId="9b9af6b4-8435-4d51-af89-6891e422aa41" providerId="ADAL" clId="{DF5344A8-4317-4549-A2E9-9BF6CD54B1EC}" dt="2023-02-21T15:38:54.381" v="569" actId="478"/>
          <ac:picMkLst>
            <pc:docMk/>
            <pc:sldMk cId="4091897599" sldId="260"/>
            <ac:picMk id="209" creationId="{B8995448-3749-BF36-BD2F-28E57F2DFC14}"/>
          </ac:picMkLst>
        </pc:picChg>
        <pc:picChg chg="del">
          <ac:chgData name="FOURRIER, Sabine" userId="9b9af6b4-8435-4d51-af89-6891e422aa41" providerId="ADAL" clId="{DF5344A8-4317-4549-A2E9-9BF6CD54B1EC}" dt="2023-02-21T15:38:54.381" v="569" actId="478"/>
          <ac:picMkLst>
            <pc:docMk/>
            <pc:sldMk cId="4091897599" sldId="260"/>
            <ac:picMk id="211" creationId="{CCB46E5F-41A5-07AA-9D0D-5E1E62853E9E}"/>
          </ac:picMkLst>
        </pc:picChg>
        <pc:picChg chg="del">
          <ac:chgData name="FOURRIER, Sabine" userId="9b9af6b4-8435-4d51-af89-6891e422aa41" providerId="ADAL" clId="{DF5344A8-4317-4549-A2E9-9BF6CD54B1EC}" dt="2023-02-21T15:38:54.381" v="569" actId="478"/>
          <ac:picMkLst>
            <pc:docMk/>
            <pc:sldMk cId="4091897599" sldId="260"/>
            <ac:picMk id="215" creationId="{D4BB369D-D853-5A2C-96F4-0199801F0074}"/>
          </ac:picMkLst>
        </pc:picChg>
        <pc:picChg chg="del">
          <ac:chgData name="FOURRIER, Sabine" userId="9b9af6b4-8435-4d51-af89-6891e422aa41" providerId="ADAL" clId="{DF5344A8-4317-4549-A2E9-9BF6CD54B1EC}" dt="2023-02-21T15:38:54.381" v="569" actId="478"/>
          <ac:picMkLst>
            <pc:docMk/>
            <pc:sldMk cId="4091897599" sldId="260"/>
            <ac:picMk id="217" creationId="{13EB00DC-367D-5467-214F-7434AA33512F}"/>
          </ac:picMkLst>
        </pc:picChg>
      </pc:sldChg>
    </pc:docChg>
  </pc:docChgLst>
  <pc:docChgLst>
    <pc:chgData name="FOURRIER, Sabine" userId="9b9af6b4-8435-4d51-af89-6891e422aa41" providerId="ADAL" clId="{12E04582-5CFB-430D-94E7-47BB305F5075}"/>
    <pc:docChg chg="modSld">
      <pc:chgData name="FOURRIER, Sabine" userId="9b9af6b4-8435-4d51-af89-6891e422aa41" providerId="ADAL" clId="{12E04582-5CFB-430D-94E7-47BB305F5075}" dt="2023-03-15T17:53:19.595" v="0" actId="20577"/>
      <pc:docMkLst>
        <pc:docMk/>
      </pc:docMkLst>
      <pc:sldChg chg="modSp mod">
        <pc:chgData name="FOURRIER, Sabine" userId="9b9af6b4-8435-4d51-af89-6891e422aa41" providerId="ADAL" clId="{12E04582-5CFB-430D-94E7-47BB305F5075}" dt="2023-03-15T17:53:19.595" v="0" actId="20577"/>
        <pc:sldMkLst>
          <pc:docMk/>
          <pc:sldMk cId="2440984486" sldId="257"/>
        </pc:sldMkLst>
        <pc:spChg chg="mod">
          <ac:chgData name="FOURRIER, Sabine" userId="9b9af6b4-8435-4d51-af89-6891e422aa41" providerId="ADAL" clId="{12E04582-5CFB-430D-94E7-47BB305F5075}" dt="2023-03-15T17:53:19.595" v="0" actId="20577"/>
          <ac:spMkLst>
            <pc:docMk/>
            <pc:sldMk cId="2440984486" sldId="257"/>
            <ac:spMk id="169" creationId="{720A3CA0-ED37-A6C0-6235-2F851CAA95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32" name="Forme libre 31"/>
          <p:cNvSpPr/>
          <p:nvPr userDrawn="1"/>
        </p:nvSpPr>
        <p:spPr>
          <a:xfrm>
            <a:off x="-15192" y="935389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rganigramme : Processus 32"/>
          <p:cNvSpPr/>
          <p:nvPr userDrawn="1"/>
        </p:nvSpPr>
        <p:spPr>
          <a:xfrm>
            <a:off x="-1745" y="731560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Organigramme : Processus 33"/>
          <p:cNvSpPr/>
          <p:nvPr userDrawn="1"/>
        </p:nvSpPr>
        <p:spPr>
          <a:xfrm>
            <a:off x="330911" y="443528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/>
          <p:cNvCxnSpPr/>
          <p:nvPr userDrawn="1"/>
        </p:nvCxnSpPr>
        <p:spPr>
          <a:xfrm>
            <a:off x="97898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 userDrawn="1"/>
        </p:nvSpPr>
        <p:spPr>
          <a:xfrm>
            <a:off x="1101614" y="467544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37" name="ZoneTexte 36"/>
          <p:cNvSpPr txBox="1"/>
          <p:nvPr userDrawn="1"/>
        </p:nvSpPr>
        <p:spPr>
          <a:xfrm>
            <a:off x="1821694" y="47973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38" name="ZoneTexte 37"/>
          <p:cNvSpPr txBox="1"/>
          <p:nvPr userDrawn="1"/>
        </p:nvSpPr>
        <p:spPr>
          <a:xfrm>
            <a:off x="453542" y="48734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</a:t>
            </a:r>
          </a:p>
        </p:txBody>
      </p:sp>
      <p:cxnSp>
        <p:nvCxnSpPr>
          <p:cNvPr id="39" name="Connecteur droit 38"/>
          <p:cNvCxnSpPr/>
          <p:nvPr userDrawn="1"/>
        </p:nvCxnSpPr>
        <p:spPr>
          <a:xfrm>
            <a:off x="169906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Hygiène    Environnement    Management </a:t>
            </a:r>
          </a:p>
        </p:txBody>
      </p:sp>
      <p:sp>
        <p:nvSpPr>
          <p:cNvPr id="41" name="Pentagone 40"/>
          <p:cNvSpPr/>
          <p:nvPr userDrawn="1"/>
        </p:nvSpPr>
        <p:spPr>
          <a:xfrm>
            <a:off x="318238" y="732766"/>
            <a:ext cx="115686" cy="214818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60" y="83488"/>
            <a:ext cx="837236" cy="563523"/>
          </a:xfrm>
          <a:prstGeom prst="rect">
            <a:avLst/>
          </a:prstGeom>
        </p:spPr>
      </p:pic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 userDrawn="1"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0" name="Rectangle 29"/>
          <p:cNvSpPr/>
          <p:nvPr userDrawn="1"/>
        </p:nvSpPr>
        <p:spPr>
          <a:xfrm rot="21419042">
            <a:off x="4984400" y="77123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1723BB0-546A-4345-ADEB-2BE51C33628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733" y="8718279"/>
            <a:ext cx="4491120" cy="2577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16/03/2023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44991" y="35496"/>
            <a:ext cx="4152362" cy="690105"/>
          </a:xfrm>
        </p:spPr>
        <p:txBody>
          <a:bodyPr>
            <a:normAutofit/>
          </a:bodyPr>
          <a:lstStyle/>
          <a:p>
            <a:r>
              <a:rPr lang="fr-FR" sz="1800" dirty="0"/>
              <a:t>ORGANISATION DES VISITES SECURITE EHS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768053" y="1219897"/>
            <a:ext cx="5829300" cy="69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1800" dirty="0"/>
              <a:t>Les bonnes pratiques en matière de visite préventive EHS et supports disponibles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3E2C1B8-16C6-975F-9C40-D80DAAF952D4}"/>
              </a:ext>
            </a:extLst>
          </p:cNvPr>
          <p:cNvSpPr/>
          <p:nvPr/>
        </p:nvSpPr>
        <p:spPr>
          <a:xfrm>
            <a:off x="398637" y="2809497"/>
            <a:ext cx="867798" cy="10618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Visite prévenue</a:t>
            </a:r>
          </a:p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fr-FR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1h sur site client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D06DC8D-3B17-6DB0-2064-36EC8C347733}"/>
              </a:ext>
            </a:extLst>
          </p:cNvPr>
          <p:cNvSpPr/>
          <p:nvPr/>
        </p:nvSpPr>
        <p:spPr>
          <a:xfrm>
            <a:off x="1350841" y="2812897"/>
            <a:ext cx="867798" cy="10618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Visite Inopinée</a:t>
            </a:r>
          </a:p>
          <a:p>
            <a:pPr algn="ctr"/>
            <a:r>
              <a:rPr lang="fr-FR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 min à 30 min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5FDDA99-888F-D2BA-2278-BF354FD376C1}"/>
              </a:ext>
            </a:extLst>
          </p:cNvPr>
          <p:cNvSpPr/>
          <p:nvPr/>
        </p:nvSpPr>
        <p:spPr>
          <a:xfrm>
            <a:off x="411046" y="5705159"/>
            <a:ext cx="2784138" cy="24357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Organisation préparation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D460CFC-E8B6-9F9E-BDF5-822BECEAF243}"/>
              </a:ext>
            </a:extLst>
          </p:cNvPr>
          <p:cNvSpPr/>
          <p:nvPr/>
        </p:nvSpPr>
        <p:spPr>
          <a:xfrm>
            <a:off x="3300317" y="1961048"/>
            <a:ext cx="1748414" cy="52946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Visite des stocks en agence, Pierrelaye ou LM2S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68DF5C7-F92A-346F-CD8A-0A7B3F6E9B3B}"/>
              </a:ext>
            </a:extLst>
          </p:cNvPr>
          <p:cNvSpPr/>
          <p:nvPr/>
        </p:nvSpPr>
        <p:spPr>
          <a:xfrm>
            <a:off x="398637" y="1961048"/>
            <a:ext cx="2811458" cy="5334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Visite terrain chez nos clients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3DF61CB-0DFD-E8F7-4BB2-2CCB24BC1DB1}"/>
              </a:ext>
            </a:extLst>
          </p:cNvPr>
          <p:cNvSpPr/>
          <p:nvPr/>
        </p:nvSpPr>
        <p:spPr>
          <a:xfrm>
            <a:off x="5138953" y="1970298"/>
            <a:ext cx="1530258" cy="504288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Visite des Bureaux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2605B32-79FF-A0C8-D311-5F8E524DF24E}"/>
              </a:ext>
            </a:extLst>
          </p:cNvPr>
          <p:cNvSpPr/>
          <p:nvPr/>
        </p:nvSpPr>
        <p:spPr>
          <a:xfrm>
            <a:off x="419105" y="6090741"/>
            <a:ext cx="2784138" cy="36118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S’assurer de la présence du manager de proximité + technicien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6030EB1-58B0-B8AF-FF4E-ABF347DC551B}"/>
              </a:ext>
            </a:extLst>
          </p:cNvPr>
          <p:cNvSpPr/>
          <p:nvPr/>
        </p:nvSpPr>
        <p:spPr>
          <a:xfrm>
            <a:off x="406566" y="6561517"/>
            <a:ext cx="2784138" cy="2692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Synthèse orale au technicien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BE85BD8-2861-933D-124B-E3D3F5FC7E0B}"/>
              </a:ext>
            </a:extLst>
          </p:cNvPr>
          <p:cNvSpPr/>
          <p:nvPr/>
        </p:nvSpPr>
        <p:spPr>
          <a:xfrm>
            <a:off x="411992" y="6938465"/>
            <a:ext cx="2784138" cy="49265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 écrit avec Photos + copie REHS et </a:t>
            </a:r>
            <a:r>
              <a:rPr lang="fr-FR" sz="1100" b="1" dirty="0">
                <a:solidFill>
                  <a:schemeClr val="bg1"/>
                </a:solidFill>
              </a:rPr>
              <a:t>pour le codir et DR copie vers S Fourrier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F540CFE-5A32-3E5B-6085-3180941ED52D}"/>
              </a:ext>
            </a:extLst>
          </p:cNvPr>
          <p:cNvSpPr/>
          <p:nvPr/>
        </p:nvSpPr>
        <p:spPr>
          <a:xfrm>
            <a:off x="427655" y="7575055"/>
            <a:ext cx="2784138" cy="74006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Inscription dans le tableau de bord agence (DA) + plan d’action associé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E105A61-1F72-4A38-1642-E92CA96111D1}"/>
              </a:ext>
            </a:extLst>
          </p:cNvPr>
          <p:cNvSpPr/>
          <p:nvPr/>
        </p:nvSpPr>
        <p:spPr>
          <a:xfrm>
            <a:off x="3278716" y="2837535"/>
            <a:ext cx="805875" cy="10618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Visite prévenue </a:t>
            </a:r>
          </a:p>
          <a:p>
            <a:pPr algn="ctr"/>
            <a:r>
              <a:rPr lang="fr-FR" sz="1100" dirty="0"/>
              <a:t>1h sur site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9B1A80D6-89AB-D7BB-8FD2-5FED9A2B4A6A}"/>
              </a:ext>
            </a:extLst>
          </p:cNvPr>
          <p:cNvSpPr/>
          <p:nvPr/>
        </p:nvSpPr>
        <p:spPr>
          <a:xfrm>
            <a:off x="4183334" y="2817811"/>
            <a:ext cx="851878" cy="10618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Visite Inopinée</a:t>
            </a:r>
          </a:p>
          <a:p>
            <a:pPr algn="ctr"/>
            <a:r>
              <a:rPr lang="fr-FR" sz="1100" dirty="0"/>
              <a:t>15 min à 30 min</a:t>
            </a:r>
          </a:p>
        </p:txBody>
      </p: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ED8D263A-D38B-F496-10DD-0763264B23C5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 rot="5400000">
            <a:off x="1160957" y="2166087"/>
            <a:ext cx="314989" cy="971830"/>
          </a:xfrm>
          <a:prstGeom prst="bentConnector3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AAC23D7E-8169-11CD-A84B-D754AD47FD3B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rot="5400000">
            <a:off x="1635359" y="2643889"/>
            <a:ext cx="318389" cy="19626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B05ACD92-FACE-830A-53AA-FBF0B64A78D9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400908" y="4302952"/>
            <a:ext cx="1833834" cy="97057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 : en angle 42">
            <a:extLst>
              <a:ext uri="{FF2B5EF4-FFF2-40B4-BE49-F238E27FC236}">
                <a16:creationId xmlns:a16="http://schemas.microsoft.com/office/drawing/2014/main" id="{7EB4FED6-ED01-3542-1EA4-F591FC598F8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878710" y="4780754"/>
            <a:ext cx="1830434" cy="1837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A4DE7A38-4CDB-B1B7-67C2-D2DF1C694CC9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1803115" y="5948736"/>
            <a:ext cx="8059" cy="1420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24AF892B-92CC-3725-242E-A3E014DB9C0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1798635" y="6451930"/>
            <a:ext cx="12539" cy="10958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A34AF7B5-FDD1-BD62-AD82-095C20A047E4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1798635" y="6830810"/>
            <a:ext cx="5426" cy="1076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8E4F7AF2-C4B4-4EC3-57BD-B4CCB6A63BB0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1804061" y="7431118"/>
            <a:ext cx="15663" cy="14393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 : en angle 55">
            <a:extLst>
              <a:ext uri="{FF2B5EF4-FFF2-40B4-BE49-F238E27FC236}">
                <a16:creationId xmlns:a16="http://schemas.microsoft.com/office/drawing/2014/main" id="{B838379F-8A4A-7DA4-EA1A-9F398ADC90FB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 rot="5400000">
            <a:off x="3754577" y="2417587"/>
            <a:ext cx="347025" cy="492870"/>
          </a:xfrm>
          <a:prstGeom prst="bentConnector3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 : en angle 56">
            <a:extLst>
              <a:ext uri="{FF2B5EF4-FFF2-40B4-BE49-F238E27FC236}">
                <a16:creationId xmlns:a16="http://schemas.microsoft.com/office/drawing/2014/main" id="{BE11252D-1664-82AE-F733-2645ECC0C3CF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16200000" flipH="1">
            <a:off x="4228248" y="2436785"/>
            <a:ext cx="327301" cy="43474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 : en angle 67">
            <a:extLst>
              <a:ext uri="{FF2B5EF4-FFF2-40B4-BE49-F238E27FC236}">
                <a16:creationId xmlns:a16="http://schemas.microsoft.com/office/drawing/2014/main" id="{E6538CC5-7720-F551-1EA9-5E5E74E5C7E6}"/>
              </a:ext>
            </a:extLst>
          </p:cNvPr>
          <p:cNvCxnSpPr>
            <a:cxnSpLocks/>
            <a:stCxn id="31" idx="2"/>
            <a:endCxn id="73" idx="0"/>
          </p:cNvCxnSpPr>
          <p:nvPr/>
        </p:nvCxnSpPr>
        <p:spPr>
          <a:xfrm rot="16200000" flipH="1">
            <a:off x="3014859" y="4566157"/>
            <a:ext cx="1805797" cy="472207"/>
          </a:xfrm>
          <a:prstGeom prst="bentConnector3">
            <a:avLst>
              <a:gd name="adj1" fmla="val 17001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 : en angle 70">
            <a:extLst>
              <a:ext uri="{FF2B5EF4-FFF2-40B4-BE49-F238E27FC236}">
                <a16:creationId xmlns:a16="http://schemas.microsoft.com/office/drawing/2014/main" id="{6D0B407C-C07C-8E44-B0B9-E101AE91A02C}"/>
              </a:ext>
            </a:extLst>
          </p:cNvPr>
          <p:cNvCxnSpPr>
            <a:cxnSpLocks/>
            <a:stCxn id="32" idx="2"/>
            <a:endCxn id="73" idx="0"/>
          </p:cNvCxnSpPr>
          <p:nvPr/>
        </p:nvCxnSpPr>
        <p:spPr>
          <a:xfrm rot="5400000">
            <a:off x="3468807" y="4564693"/>
            <a:ext cx="1825521" cy="455412"/>
          </a:xfrm>
          <a:prstGeom prst="bentConnector3">
            <a:avLst>
              <a:gd name="adj1" fmla="val 1792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30C8D36A-C0BB-9F0D-F49E-C0BF90AE0C9A}"/>
              </a:ext>
            </a:extLst>
          </p:cNvPr>
          <p:cNvSpPr/>
          <p:nvPr/>
        </p:nvSpPr>
        <p:spPr>
          <a:xfrm>
            <a:off x="3276038" y="5705160"/>
            <a:ext cx="1755646" cy="11057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Synthèse orale au gestionnaire de stock ou DA si absence de gestionnaire de stock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E4D33A31-5AF2-7D73-8499-CEB59D180462}"/>
              </a:ext>
            </a:extLst>
          </p:cNvPr>
          <p:cNvSpPr/>
          <p:nvPr/>
        </p:nvSpPr>
        <p:spPr>
          <a:xfrm>
            <a:off x="3275190" y="6945698"/>
            <a:ext cx="1755646" cy="485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CR écrit avec Photos + copie REHS</a:t>
            </a: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A8051243-38D0-1714-6EE1-59B1E1B6914D}"/>
              </a:ext>
            </a:extLst>
          </p:cNvPr>
          <p:cNvCxnSpPr>
            <a:cxnSpLocks/>
            <a:stCxn id="74" idx="2"/>
            <a:endCxn id="91" idx="0"/>
          </p:cNvCxnSpPr>
          <p:nvPr/>
        </p:nvCxnSpPr>
        <p:spPr>
          <a:xfrm>
            <a:off x="4153013" y="7431118"/>
            <a:ext cx="17894" cy="151726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C8B200A1-2F36-C05F-6D03-89E17E5FF4C3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4153013" y="6810887"/>
            <a:ext cx="848" cy="13481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8ECFE1A9-839B-0F37-4F7B-F5A24F845E8C}"/>
              </a:ext>
            </a:extLst>
          </p:cNvPr>
          <p:cNvSpPr/>
          <p:nvPr/>
        </p:nvSpPr>
        <p:spPr>
          <a:xfrm>
            <a:off x="3293084" y="7582844"/>
            <a:ext cx="1755646" cy="7400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Inscription dans le tableau de bord agence (DA) + plan d’action associé</a:t>
            </a:r>
          </a:p>
        </p:txBody>
      </p: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FCA29855-7DD2-86A3-68FE-D467D23A4252}"/>
              </a:ext>
            </a:extLst>
          </p:cNvPr>
          <p:cNvSpPr/>
          <p:nvPr/>
        </p:nvSpPr>
        <p:spPr>
          <a:xfrm>
            <a:off x="5133955" y="2795463"/>
            <a:ext cx="665664" cy="1061828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Visite des élus</a:t>
            </a:r>
          </a:p>
        </p:txBody>
      </p:sp>
      <p:sp>
        <p:nvSpPr>
          <p:cNvPr id="96" name="Rectangle : coins arrondis 95">
            <a:extLst>
              <a:ext uri="{FF2B5EF4-FFF2-40B4-BE49-F238E27FC236}">
                <a16:creationId xmlns:a16="http://schemas.microsoft.com/office/drawing/2014/main" id="{AC5F38D8-5695-F753-6A0C-BB852F367A7D}"/>
              </a:ext>
            </a:extLst>
          </p:cNvPr>
          <p:cNvSpPr/>
          <p:nvPr/>
        </p:nvSpPr>
        <p:spPr>
          <a:xfrm>
            <a:off x="5879942" y="2806779"/>
            <a:ext cx="767669" cy="1061828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Visite Inopinée</a:t>
            </a:r>
          </a:p>
          <a:p>
            <a:pPr algn="ctr"/>
            <a:r>
              <a:rPr lang="fr-FR" sz="1100" dirty="0"/>
              <a:t>15 min</a:t>
            </a:r>
          </a:p>
        </p:txBody>
      </p:sp>
      <p:cxnSp>
        <p:nvCxnSpPr>
          <p:cNvPr id="101" name="Connecteur : en angle 100">
            <a:extLst>
              <a:ext uri="{FF2B5EF4-FFF2-40B4-BE49-F238E27FC236}">
                <a16:creationId xmlns:a16="http://schemas.microsoft.com/office/drawing/2014/main" id="{416158DE-0CF6-52AA-3D45-60F62F35CB38}"/>
              </a:ext>
            </a:extLst>
          </p:cNvPr>
          <p:cNvCxnSpPr>
            <a:cxnSpLocks/>
            <a:stCxn id="10" idx="2"/>
            <a:endCxn id="96" idx="0"/>
          </p:cNvCxnSpPr>
          <p:nvPr/>
        </p:nvCxnSpPr>
        <p:spPr>
          <a:xfrm rot="16200000" flipH="1">
            <a:off x="5917833" y="2460834"/>
            <a:ext cx="332193" cy="35969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 : en angle 103">
            <a:extLst>
              <a:ext uri="{FF2B5EF4-FFF2-40B4-BE49-F238E27FC236}">
                <a16:creationId xmlns:a16="http://schemas.microsoft.com/office/drawing/2014/main" id="{658FF0FD-9683-6A44-900C-F91662CD6584}"/>
              </a:ext>
            </a:extLst>
          </p:cNvPr>
          <p:cNvCxnSpPr>
            <a:cxnSpLocks/>
            <a:stCxn id="10" idx="2"/>
            <a:endCxn id="95" idx="0"/>
          </p:cNvCxnSpPr>
          <p:nvPr/>
        </p:nvCxnSpPr>
        <p:spPr>
          <a:xfrm rot="5400000">
            <a:off x="5524997" y="2416377"/>
            <a:ext cx="320877" cy="43729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853B1F0C-3182-9924-855B-865B41AB47EC}"/>
              </a:ext>
            </a:extLst>
          </p:cNvPr>
          <p:cNvSpPr/>
          <p:nvPr/>
        </p:nvSpPr>
        <p:spPr>
          <a:xfrm>
            <a:off x="5130429" y="6926980"/>
            <a:ext cx="1513656" cy="52534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Copie managers et REHS</a:t>
            </a:r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1FC99F72-416F-BA09-DD9F-F6D711F1D3B2}"/>
              </a:ext>
            </a:extLst>
          </p:cNvPr>
          <p:cNvSpPr/>
          <p:nvPr/>
        </p:nvSpPr>
        <p:spPr>
          <a:xfrm>
            <a:off x="5138979" y="7580395"/>
            <a:ext cx="1513656" cy="734729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Inscription dans le tableau de bord agence  (DA) + plan d’action associé</a:t>
            </a: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57DAA367-D1E1-49A8-1B44-D78DCB278177}"/>
              </a:ext>
            </a:extLst>
          </p:cNvPr>
          <p:cNvCxnSpPr>
            <a:cxnSpLocks/>
            <a:stCxn id="110" idx="2"/>
            <a:endCxn id="120" idx="0"/>
          </p:cNvCxnSpPr>
          <p:nvPr/>
        </p:nvCxnSpPr>
        <p:spPr>
          <a:xfrm>
            <a:off x="5887257" y="7452320"/>
            <a:ext cx="8550" cy="1280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8A8D12B1-0E4B-8874-806C-A4718B05D048}"/>
              </a:ext>
            </a:extLst>
          </p:cNvPr>
          <p:cNvSpPr/>
          <p:nvPr/>
        </p:nvSpPr>
        <p:spPr>
          <a:xfrm>
            <a:off x="5134661" y="5705160"/>
            <a:ext cx="1508576" cy="1108227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Synthèse orale aux collaborateurs / manager</a:t>
            </a:r>
          </a:p>
        </p:txBody>
      </p: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0119DA4F-5096-F133-1BA1-8313DD8B97C2}"/>
              </a:ext>
            </a:extLst>
          </p:cNvPr>
          <p:cNvCxnSpPr>
            <a:cxnSpLocks/>
            <a:stCxn id="139" idx="2"/>
            <a:endCxn id="110" idx="0"/>
          </p:cNvCxnSpPr>
          <p:nvPr/>
        </p:nvCxnSpPr>
        <p:spPr>
          <a:xfrm flipH="1">
            <a:off x="5887257" y="6813387"/>
            <a:ext cx="1692" cy="113593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 : coins arrondis 167">
            <a:extLst>
              <a:ext uri="{FF2B5EF4-FFF2-40B4-BE49-F238E27FC236}">
                <a16:creationId xmlns:a16="http://schemas.microsoft.com/office/drawing/2014/main" id="{CD6E0EE4-083C-F446-3ABA-66538DB44660}"/>
              </a:ext>
            </a:extLst>
          </p:cNvPr>
          <p:cNvSpPr/>
          <p:nvPr/>
        </p:nvSpPr>
        <p:spPr>
          <a:xfrm>
            <a:off x="2282739" y="2838934"/>
            <a:ext cx="924029" cy="10618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Visite Nouveaux embauchés</a:t>
            </a:r>
            <a:endParaRPr lang="fr-FR" sz="11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AAABF05E-9C61-99A3-D361-9524A2F1D31D}"/>
              </a:ext>
            </a:extLst>
          </p:cNvPr>
          <p:cNvSpPr txBox="1"/>
          <p:nvPr/>
        </p:nvSpPr>
        <p:spPr>
          <a:xfrm>
            <a:off x="406566" y="4376563"/>
            <a:ext cx="1770380" cy="1061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050">
                <a:highlight>
                  <a:srgbClr val="FFFF00"/>
                </a:highlight>
              </a:defRPr>
            </a:lvl1pPr>
          </a:lstStyle>
          <a:p>
            <a:r>
              <a:rPr lang="fr-FR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Visites préventive de sécurité</a:t>
            </a:r>
          </a:p>
          <a:p>
            <a:endParaRPr lang="fr-FR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highlight>
                  <a:srgbClr val="00FFFF"/>
                </a:highlight>
              </a:rPr>
              <a:t>FOR FS 082 visite préventive de sécurité</a:t>
            </a:r>
          </a:p>
          <a:p>
            <a:endParaRPr lang="fr-FR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94" name="Connecteur : en angle 193">
            <a:extLst>
              <a:ext uri="{FF2B5EF4-FFF2-40B4-BE49-F238E27FC236}">
                <a16:creationId xmlns:a16="http://schemas.microsoft.com/office/drawing/2014/main" id="{165BE46F-3331-D503-C772-F66EDD811C54}"/>
              </a:ext>
            </a:extLst>
          </p:cNvPr>
          <p:cNvCxnSpPr>
            <a:cxnSpLocks/>
            <a:stCxn id="96" idx="2"/>
            <a:endCxn id="139" idx="0"/>
          </p:cNvCxnSpPr>
          <p:nvPr/>
        </p:nvCxnSpPr>
        <p:spPr>
          <a:xfrm rot="5400000">
            <a:off x="5158087" y="4599469"/>
            <a:ext cx="1836553" cy="374828"/>
          </a:xfrm>
          <a:prstGeom prst="bentConnector3">
            <a:avLst>
              <a:gd name="adj1" fmla="val 17553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 : en angle 196">
            <a:extLst>
              <a:ext uri="{FF2B5EF4-FFF2-40B4-BE49-F238E27FC236}">
                <a16:creationId xmlns:a16="http://schemas.microsoft.com/office/drawing/2014/main" id="{817A05C9-B12C-374B-4EEA-507B4CB600DB}"/>
              </a:ext>
            </a:extLst>
          </p:cNvPr>
          <p:cNvCxnSpPr>
            <a:cxnSpLocks/>
            <a:stCxn id="95" idx="2"/>
            <a:endCxn id="139" idx="0"/>
          </p:cNvCxnSpPr>
          <p:nvPr/>
        </p:nvCxnSpPr>
        <p:spPr>
          <a:xfrm rot="16200000" flipH="1">
            <a:off x="4753934" y="4570144"/>
            <a:ext cx="1847869" cy="422162"/>
          </a:xfrm>
          <a:prstGeom prst="bentConnector3">
            <a:avLst>
              <a:gd name="adj1" fmla="val 18308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36E41BB1-9E28-F765-4DC4-77C3B2BC26B5}"/>
              </a:ext>
            </a:extLst>
          </p:cNvPr>
          <p:cNvSpPr txBox="1"/>
          <p:nvPr/>
        </p:nvSpPr>
        <p:spPr>
          <a:xfrm>
            <a:off x="3300316" y="4379602"/>
            <a:ext cx="3342921" cy="1069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highlight>
                  <a:srgbClr val="FFFF00"/>
                </a:highlight>
              </a:rPr>
              <a:t>Support GED Audit EHS &amp; 5S des stocks et agences =</a:t>
            </a:r>
          </a:p>
          <a:p>
            <a:pPr algn="ctr"/>
            <a:endParaRPr lang="fr-FR" sz="1050" dirty="0">
              <a:highlight>
                <a:srgbClr val="FFFF00"/>
              </a:highlight>
            </a:endParaRPr>
          </a:p>
          <a:p>
            <a:pPr algn="ctr"/>
            <a:endParaRPr lang="fr-FR" sz="1050" dirty="0">
              <a:highlight>
                <a:srgbClr val="FFFF00"/>
              </a:highlight>
            </a:endParaRPr>
          </a:p>
          <a:p>
            <a:pPr algn="ctr"/>
            <a:endParaRPr lang="fr-FR" sz="1050" dirty="0">
              <a:highlight>
                <a:srgbClr val="FFFF00"/>
              </a:highlight>
            </a:endParaRPr>
          </a:p>
          <a:p>
            <a:pPr algn="ctr"/>
            <a:endParaRPr lang="fr-FR" sz="1050" dirty="0">
              <a:highlight>
                <a:srgbClr val="FFFF00"/>
              </a:highlight>
            </a:endParaRPr>
          </a:p>
          <a:p>
            <a:pPr algn="ctr"/>
            <a:endParaRPr lang="fr-FR" sz="1050" dirty="0">
              <a:highlight>
                <a:srgbClr val="FFFF00"/>
              </a:highlight>
            </a:endParaRPr>
          </a:p>
        </p:txBody>
      </p:sp>
      <p:cxnSp>
        <p:nvCxnSpPr>
          <p:cNvPr id="205" name="Connecteur : en angle 204">
            <a:extLst>
              <a:ext uri="{FF2B5EF4-FFF2-40B4-BE49-F238E27FC236}">
                <a16:creationId xmlns:a16="http://schemas.microsoft.com/office/drawing/2014/main" id="{229C4CA3-5A72-7E59-979E-60ABD605B75F}"/>
              </a:ext>
            </a:extLst>
          </p:cNvPr>
          <p:cNvCxnSpPr>
            <a:cxnSpLocks/>
            <a:stCxn id="9" idx="2"/>
            <a:endCxn id="168" idx="0"/>
          </p:cNvCxnSpPr>
          <p:nvPr/>
        </p:nvCxnSpPr>
        <p:spPr>
          <a:xfrm rot="16200000" flipH="1">
            <a:off x="2102347" y="2196527"/>
            <a:ext cx="344426" cy="940388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3772F45-9490-1796-2C0F-80F02E4A34D7}"/>
              </a:ext>
            </a:extLst>
          </p:cNvPr>
          <p:cNvSpPr txBox="1"/>
          <p:nvPr/>
        </p:nvSpPr>
        <p:spPr>
          <a:xfrm>
            <a:off x="3463515" y="4646370"/>
            <a:ext cx="20476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highlight>
                  <a:srgbClr val="00FFFF"/>
                </a:highlight>
              </a:rPr>
              <a:t>Document Q-EHS-5S</a:t>
            </a:r>
          </a:p>
          <a:p>
            <a:r>
              <a:rPr lang="fr-FR" sz="1000" dirty="0">
                <a:highlight>
                  <a:srgbClr val="00FFFF"/>
                </a:highlight>
              </a:rPr>
              <a:t>IMPR-3023-9 AGENCE Inspection 5S-EHS (3)</a:t>
            </a:r>
          </a:p>
        </p:txBody>
      </p:sp>
      <p:cxnSp>
        <p:nvCxnSpPr>
          <p:cNvPr id="175" name="Connecteur droit avec flèche 174">
            <a:extLst>
              <a:ext uri="{FF2B5EF4-FFF2-40B4-BE49-F238E27FC236}">
                <a16:creationId xmlns:a16="http://schemas.microsoft.com/office/drawing/2014/main" id="{3B50725B-996C-2BB1-F702-F5BE2387FE28}"/>
              </a:ext>
            </a:extLst>
          </p:cNvPr>
          <p:cNvCxnSpPr>
            <a:stCxn id="168" idx="2"/>
          </p:cNvCxnSpPr>
          <p:nvPr/>
        </p:nvCxnSpPr>
        <p:spPr>
          <a:xfrm flipH="1">
            <a:off x="2738631" y="3900762"/>
            <a:ext cx="6123" cy="180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ZoneTexte 168">
            <a:extLst>
              <a:ext uri="{FF2B5EF4-FFF2-40B4-BE49-F238E27FC236}">
                <a16:creationId xmlns:a16="http://schemas.microsoft.com/office/drawing/2014/main" id="{720A3CA0-ED37-A6C0-6235-2F851CAA95FE}"/>
              </a:ext>
            </a:extLst>
          </p:cNvPr>
          <p:cNvSpPr txBox="1"/>
          <p:nvPr/>
        </p:nvSpPr>
        <p:spPr>
          <a:xfrm>
            <a:off x="2298604" y="4376563"/>
            <a:ext cx="880054" cy="1061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050">
                <a:highlight>
                  <a:srgbClr val="FFFF00"/>
                </a:highlight>
              </a:defRPr>
            </a:lvl1pPr>
          </a:lstStyle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list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dédiée</a:t>
            </a:r>
          </a:p>
          <a:p>
            <a:endParaRPr lang="fr-F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FR" sz="1000" dirty="0">
                <a:highlight>
                  <a:srgbClr val="00FFFF"/>
                </a:highlight>
              </a:rPr>
              <a:t>Document EHS FOR FS 083</a:t>
            </a:r>
            <a:endParaRPr lang="fr-FR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B29828DC-16C2-445E-C298-0AAAC5879A79}"/>
              </a:ext>
            </a:extLst>
          </p:cNvPr>
          <p:cNvSpPr txBox="1"/>
          <p:nvPr/>
        </p:nvSpPr>
        <p:spPr>
          <a:xfrm>
            <a:off x="5138979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>
                <a:solidFill>
                  <a:schemeClr val="bg1">
                    <a:lumMod val="65000"/>
                  </a:schemeClr>
                </a:solidFill>
              </a:rPr>
              <a:t>FP FS 50 V 1 Visite sécurité EHS</a:t>
            </a:r>
          </a:p>
        </p:txBody>
      </p:sp>
    </p:spTree>
    <p:extLst>
      <p:ext uri="{BB962C8B-B14F-4D97-AF65-F5344CB8AC3E}">
        <p14:creationId xmlns:p14="http://schemas.microsoft.com/office/powerpoint/2010/main" val="2440984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44991" y="35496"/>
            <a:ext cx="4152362" cy="690105"/>
          </a:xfrm>
        </p:spPr>
        <p:txBody>
          <a:bodyPr>
            <a:normAutofit/>
          </a:bodyPr>
          <a:lstStyle/>
          <a:p>
            <a:r>
              <a:rPr lang="fr-FR" sz="1800" dirty="0"/>
              <a:t>ORGANISATION DES VISITES SECURITE EHS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768053" y="1118487"/>
            <a:ext cx="5829300" cy="69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1800" dirty="0"/>
              <a:t>Mémo visite préventive de sécurité</a:t>
            </a:r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336"/>
          <a:stretch/>
        </p:blipFill>
        <p:spPr>
          <a:xfrm>
            <a:off x="0" y="1692766"/>
            <a:ext cx="6858000" cy="23165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1589670-9E3A-4FBC-231B-6E8DCEFCD34F}"/>
              </a:ext>
            </a:extLst>
          </p:cNvPr>
          <p:cNvSpPr txBox="1"/>
          <p:nvPr/>
        </p:nvSpPr>
        <p:spPr>
          <a:xfrm>
            <a:off x="260646" y="1830823"/>
            <a:ext cx="6597353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9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Les objectifs : </a:t>
            </a:r>
          </a:p>
          <a:p>
            <a:endParaRPr lang="fr-FR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Créer un moment d’échange opérationnel et pragmatique avec les équipes, autour de la SECURITE et de l’ENVIRONNEMENT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Comprendre comment le technicien évalue les risques de son environnement de travail / SAFE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Demander si il existe un Plan de Prévention et le prendre en compte avec le technicien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Diminuer durablement les situations dangereuses et actes dangereux. </a:t>
            </a: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Observer les postures au travail de nos collaborateurs et prendre des photos pour s’en servir dans le bilan de visite : débattre autour de l’échauffement, des postures au travail, de la zone de confort et du poids maxi</a:t>
            </a: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Échanger sur la sécurité – des sujets vécus ensemble que l’on a partagé  (les séances de théâtres, la difficulté de remonter des presqu’accident et valider le respect de nos pratiques EHS, la dernière causerie ou moment d’échange sécurité….)</a:t>
            </a: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Si besoin, rappeler la règle EHS lors d'écart constaté</a:t>
            </a:r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 (avoir le livret EHS avec vous)</a:t>
            </a:r>
            <a:endParaRPr lang="fr-FR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Aider à la mise en place de plans d'actions concrets et prendre en compte les suggestions des équipes sur le terrain.</a:t>
            </a:r>
          </a:p>
          <a:p>
            <a:endParaRPr lang="fr-FR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000" b="1" dirty="0">
                <a:solidFill>
                  <a:srgbClr val="000000"/>
                </a:solidFill>
                <a:latin typeface="Calibri" panose="020F0502020204030204" pitchFamily="34" charset="0"/>
              </a:rPr>
              <a:t>La démarche : 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Rencontrer conjointement la hiérarchie et les équipes visitées dans la démarche sécurité de l'entreprise et avoir une démarche constructive d’analyse des risques,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Être présent avec nos équipes et se rendre compte de la réalité de notre culture sécurité, 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Capitaliser sur les points positifs des équipes visitées et les bonnes pratiques observées, les faire remonter au national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Corriger les écarts d’application de nos règles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Stimuler les équipes qui peuvent aussi remonter des idées d’amélioration et devenir ACTEURS de l’amélioration de la sécurité,</a:t>
            </a:r>
          </a:p>
          <a:p>
            <a:r>
              <a:rPr lang="fr-FR" sz="1000" dirty="0">
                <a:solidFill>
                  <a:srgbClr val="000000"/>
                </a:solidFill>
                <a:latin typeface="Calibri" panose="020F0502020204030204" pitchFamily="34" charset="0"/>
              </a:rPr>
              <a:t>• Accompagner l’émission de suggestions d’amélioration vers la recherche de solutions : réflexion collective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BACFFFC-8C78-E4E2-780E-E46798E668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497" y="4337636"/>
            <a:ext cx="1385961" cy="192799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CA1A25B-2CDC-082A-89F5-7BBE47F1A2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9137" y="4342473"/>
            <a:ext cx="1376559" cy="191832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358DCE0-CEE9-39CC-BE82-8F99B3E22D0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5224" y="2593542"/>
            <a:ext cx="1024544" cy="14252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16A4E4E-A249-179F-3E4C-7215DE6FCF8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1649" y="4345880"/>
            <a:ext cx="1376559" cy="191491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9CB7665-5D02-86BE-A638-B6EA4196B36D}"/>
              </a:ext>
            </a:extLst>
          </p:cNvPr>
          <p:cNvSpPr txBox="1"/>
          <p:nvPr/>
        </p:nvSpPr>
        <p:spPr>
          <a:xfrm>
            <a:off x="5138979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>
                <a:solidFill>
                  <a:schemeClr val="bg1">
                    <a:lumMod val="65000"/>
                  </a:schemeClr>
                </a:solidFill>
              </a:rPr>
              <a:t>FP FS 50 V 1 Visite sécurité EHS</a:t>
            </a:r>
          </a:p>
        </p:txBody>
      </p:sp>
    </p:spTree>
    <p:extLst>
      <p:ext uri="{BB962C8B-B14F-4D97-AF65-F5344CB8AC3E}">
        <p14:creationId xmlns:p14="http://schemas.microsoft.com/office/powerpoint/2010/main" val="316468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44991" y="35496"/>
            <a:ext cx="4152362" cy="690105"/>
          </a:xfrm>
        </p:spPr>
        <p:txBody>
          <a:bodyPr>
            <a:normAutofit/>
          </a:bodyPr>
          <a:lstStyle/>
          <a:p>
            <a:r>
              <a:rPr lang="fr-FR" sz="1800" dirty="0"/>
              <a:t>ORGANISATION DES VISITES SECURITE EHS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768053" y="1055905"/>
            <a:ext cx="5829300" cy="69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1800" dirty="0"/>
              <a:t>Guide </a:t>
            </a:r>
          </a:p>
          <a:p>
            <a:r>
              <a:rPr lang="fr-FR" sz="1800" dirty="0"/>
              <a:t>Qu’est ce qu’une visite efficace ? Les points clefs</a:t>
            </a:r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336"/>
          <a:stretch/>
        </p:blipFill>
        <p:spPr>
          <a:xfrm>
            <a:off x="0" y="1692766"/>
            <a:ext cx="6858000" cy="23165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8A5C091-DF8B-639C-1ED8-352251E2A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2308"/>
            <a:ext cx="6858000" cy="50193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86EBB41-C864-946C-A0FC-E7AE9C30DCED}"/>
              </a:ext>
            </a:extLst>
          </p:cNvPr>
          <p:cNvSpPr txBox="1"/>
          <p:nvPr/>
        </p:nvSpPr>
        <p:spPr>
          <a:xfrm>
            <a:off x="5138979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>
                <a:solidFill>
                  <a:schemeClr val="bg1">
                    <a:lumMod val="65000"/>
                  </a:schemeClr>
                </a:solidFill>
              </a:rPr>
              <a:t>FP FS 50 V 1 Visite sécurité EHS</a:t>
            </a:r>
          </a:p>
        </p:txBody>
      </p:sp>
    </p:spTree>
    <p:extLst>
      <p:ext uri="{BB962C8B-B14F-4D97-AF65-F5344CB8AC3E}">
        <p14:creationId xmlns:p14="http://schemas.microsoft.com/office/powerpoint/2010/main" val="248224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44991" y="35496"/>
            <a:ext cx="4152362" cy="690105"/>
          </a:xfrm>
        </p:spPr>
        <p:txBody>
          <a:bodyPr>
            <a:normAutofit/>
          </a:bodyPr>
          <a:lstStyle/>
          <a:p>
            <a:r>
              <a:rPr lang="fr-FR" sz="1800" dirty="0"/>
              <a:t>ORGANISATION DES VISITES SECURITE EHS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768053" y="1118487"/>
            <a:ext cx="5829300" cy="69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1800" dirty="0"/>
              <a:t>Les supports de réalisation de vos visites</a:t>
            </a:r>
          </a:p>
        </p:txBody>
      </p:sp>
      <p:pic>
        <p:nvPicPr>
          <p:cNvPr id="209" name="Image 208">
            <a:extLst>
              <a:ext uri="{FF2B5EF4-FFF2-40B4-BE49-F238E27FC236}">
                <a16:creationId xmlns:a16="http://schemas.microsoft.com/office/drawing/2014/main" id="{B8995448-3749-BF36-BD2F-28E57F2DFC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315"/>
          <a:stretch/>
        </p:blipFill>
        <p:spPr>
          <a:xfrm>
            <a:off x="90225" y="2305534"/>
            <a:ext cx="3093362" cy="1585767"/>
          </a:xfrm>
          <a:prstGeom prst="rect">
            <a:avLst/>
          </a:prstGeom>
        </p:spPr>
      </p:pic>
      <p:pic>
        <p:nvPicPr>
          <p:cNvPr id="211" name="Image 210">
            <a:extLst>
              <a:ext uri="{FF2B5EF4-FFF2-40B4-BE49-F238E27FC236}">
                <a16:creationId xmlns:a16="http://schemas.microsoft.com/office/drawing/2014/main" id="{CCB46E5F-41A5-07AA-9D0D-5E1E6285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3" y="3865298"/>
            <a:ext cx="3132419" cy="1392564"/>
          </a:xfrm>
          <a:prstGeom prst="rect">
            <a:avLst/>
          </a:prstGeom>
        </p:spPr>
      </p:pic>
      <p:sp>
        <p:nvSpPr>
          <p:cNvPr id="212" name="ZoneTexte 211">
            <a:extLst>
              <a:ext uri="{FF2B5EF4-FFF2-40B4-BE49-F238E27FC236}">
                <a16:creationId xmlns:a16="http://schemas.microsoft.com/office/drawing/2014/main" id="{02E19E5A-B960-FA34-AE51-41E33EAEB4E1}"/>
              </a:ext>
            </a:extLst>
          </p:cNvPr>
          <p:cNvSpPr txBox="1"/>
          <p:nvPr/>
        </p:nvSpPr>
        <p:spPr>
          <a:xfrm>
            <a:off x="116632" y="1647009"/>
            <a:ext cx="6071087" cy="44627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highlight>
                  <a:srgbClr val="FFFF00"/>
                </a:highlight>
              </a:rPr>
              <a:t>Support GED Audit EHS &amp; 5S des stocks et agences =</a:t>
            </a:r>
          </a:p>
          <a:p>
            <a:pPr algn="ctr"/>
            <a:endParaRPr lang="fr-FR" sz="1100" dirty="0">
              <a:highlight>
                <a:srgbClr val="FFFF00"/>
              </a:highlight>
            </a:endParaRP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A5E21623-CF9C-9DF1-309E-E65ACAFB5BA3}"/>
              </a:ext>
            </a:extLst>
          </p:cNvPr>
          <p:cNvSpPr txBox="1"/>
          <p:nvPr/>
        </p:nvSpPr>
        <p:spPr>
          <a:xfrm>
            <a:off x="1484784" y="1895038"/>
            <a:ext cx="26356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highlight>
                  <a:srgbClr val="00FFFF"/>
                </a:highlight>
              </a:rPr>
              <a:t>IMPR-3023-9 AGENCE Inspection 5S-EHS (3)</a:t>
            </a:r>
          </a:p>
        </p:txBody>
      </p:sp>
      <p:pic>
        <p:nvPicPr>
          <p:cNvPr id="215" name="Image 214">
            <a:extLst>
              <a:ext uri="{FF2B5EF4-FFF2-40B4-BE49-F238E27FC236}">
                <a16:creationId xmlns:a16="http://schemas.microsoft.com/office/drawing/2014/main" id="{D4BB369D-D853-5A2C-96F4-0199801F00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7169"/>
          <a:stretch/>
        </p:blipFill>
        <p:spPr>
          <a:xfrm>
            <a:off x="3521795" y="2334534"/>
            <a:ext cx="2758718" cy="1680036"/>
          </a:xfrm>
          <a:prstGeom prst="rect">
            <a:avLst/>
          </a:prstGeom>
        </p:spPr>
      </p:pic>
      <p:pic>
        <p:nvPicPr>
          <p:cNvPr id="217" name="Image 216">
            <a:extLst>
              <a:ext uri="{FF2B5EF4-FFF2-40B4-BE49-F238E27FC236}">
                <a16:creationId xmlns:a16="http://schemas.microsoft.com/office/drawing/2014/main" id="{13EB00DC-367D-5467-214F-7434AA335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794" y="4040573"/>
            <a:ext cx="2807413" cy="102962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1AD1F02-CC76-7CC8-6E8C-C6C6A81E3E24}"/>
              </a:ext>
            </a:extLst>
          </p:cNvPr>
          <p:cNvSpPr txBox="1"/>
          <p:nvPr/>
        </p:nvSpPr>
        <p:spPr>
          <a:xfrm>
            <a:off x="85903" y="5412751"/>
            <a:ext cx="6071087" cy="38472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highlight>
                  <a:srgbClr val="FFFF00"/>
                </a:highlight>
              </a:rPr>
              <a:t>Support GED Visite terrain  Nouvel Arrivant</a:t>
            </a:r>
          </a:p>
          <a:p>
            <a:pPr algn="ctr"/>
            <a:endParaRPr lang="fr-FR" sz="700" dirty="0">
              <a:highlight>
                <a:srgbClr val="FFFF00"/>
              </a:highlight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60DA92-34F8-AB40-44C2-E40768F84EBE}"/>
              </a:ext>
            </a:extLst>
          </p:cNvPr>
          <p:cNvSpPr txBox="1"/>
          <p:nvPr/>
        </p:nvSpPr>
        <p:spPr>
          <a:xfrm>
            <a:off x="1803641" y="5621513"/>
            <a:ext cx="26356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highlight>
                  <a:srgbClr val="00FFFF"/>
                </a:highlight>
              </a:rPr>
              <a:t>FOR FS 083 visite terrain EHS nouvel arrivant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7D0855A-2C32-F3F4-C490-41B6F1EF9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52" y="5964858"/>
            <a:ext cx="1925464" cy="23214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987F3CF-E787-3DAA-E273-4A1F965CC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4603" y="5964858"/>
            <a:ext cx="2413346" cy="184650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F03BE08-BE31-221D-2DB8-662650C3E852}"/>
              </a:ext>
            </a:extLst>
          </p:cNvPr>
          <p:cNvSpPr txBox="1"/>
          <p:nvPr/>
        </p:nvSpPr>
        <p:spPr>
          <a:xfrm>
            <a:off x="5013176" y="5964858"/>
            <a:ext cx="11745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2">
                    <a:lumMod val="50000"/>
                  </a:schemeClr>
                </a:solidFill>
              </a:rPr>
              <a:t>Par risque vous y trouvez une check </a:t>
            </a:r>
            <a:r>
              <a:rPr lang="fr-FR" sz="1050" b="1" dirty="0" err="1">
                <a:solidFill>
                  <a:schemeClr val="bg2">
                    <a:lumMod val="50000"/>
                  </a:schemeClr>
                </a:solidFill>
              </a:rPr>
              <a:t>list</a:t>
            </a:r>
            <a:r>
              <a:rPr lang="fr-FR" sz="1050" b="1" dirty="0">
                <a:solidFill>
                  <a:schemeClr val="bg2">
                    <a:lumMod val="50000"/>
                  </a:schemeClr>
                </a:solidFill>
              </a:rPr>
              <a:t> qui peut être utile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97F30CB-241A-8D7E-56C4-3DBBC31ED0E7}"/>
              </a:ext>
            </a:extLst>
          </p:cNvPr>
          <p:cNvSpPr txBox="1"/>
          <p:nvPr/>
        </p:nvSpPr>
        <p:spPr>
          <a:xfrm>
            <a:off x="5138979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>
                <a:solidFill>
                  <a:schemeClr val="bg1">
                    <a:lumMod val="65000"/>
                  </a:schemeClr>
                </a:solidFill>
              </a:rPr>
              <a:t>FP FS 50 V 1 Visite sécurité EHS</a:t>
            </a:r>
          </a:p>
        </p:txBody>
      </p:sp>
    </p:spTree>
    <p:extLst>
      <p:ext uri="{BB962C8B-B14F-4D97-AF65-F5344CB8AC3E}">
        <p14:creationId xmlns:p14="http://schemas.microsoft.com/office/powerpoint/2010/main" val="373526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44991" y="35496"/>
            <a:ext cx="4152362" cy="690105"/>
          </a:xfrm>
        </p:spPr>
        <p:txBody>
          <a:bodyPr>
            <a:normAutofit/>
          </a:bodyPr>
          <a:lstStyle/>
          <a:p>
            <a:r>
              <a:rPr lang="fr-FR" sz="1800" dirty="0"/>
              <a:t>ORGANISATION DES VISITES SECURITE EHS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768053" y="1118487"/>
            <a:ext cx="5829300" cy="69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1800" dirty="0"/>
              <a:t>Les supports de réalisation de vos visites</a:t>
            </a: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02E19E5A-B960-FA34-AE51-41E33EAEB4E1}"/>
              </a:ext>
            </a:extLst>
          </p:cNvPr>
          <p:cNvSpPr txBox="1"/>
          <p:nvPr/>
        </p:nvSpPr>
        <p:spPr>
          <a:xfrm>
            <a:off x="116632" y="1647009"/>
            <a:ext cx="6071087" cy="44627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highlight>
                  <a:srgbClr val="FFFF00"/>
                </a:highlight>
              </a:rPr>
              <a:t>Support Visite préventive de sécurité</a:t>
            </a:r>
          </a:p>
          <a:p>
            <a:pPr algn="ctr"/>
            <a:r>
              <a:rPr lang="fr-FR" sz="1100" dirty="0">
                <a:highlight>
                  <a:srgbClr val="00FFFF"/>
                </a:highlight>
              </a:rPr>
              <a:t>FOR FS 082 visite préventive de sécurité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04EC2CE-004C-A901-A803-9DC62E04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36" y="2210863"/>
            <a:ext cx="4581128" cy="296199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3B09F1-F611-7A71-3F23-14A65672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71" y="5470509"/>
            <a:ext cx="4558000" cy="284590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C32D6B9-333D-F5FA-DAFC-E489E485417D}"/>
              </a:ext>
            </a:extLst>
          </p:cNvPr>
          <p:cNvSpPr txBox="1"/>
          <p:nvPr/>
        </p:nvSpPr>
        <p:spPr>
          <a:xfrm>
            <a:off x="5138979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>
                <a:solidFill>
                  <a:schemeClr val="bg1">
                    <a:lumMod val="65000"/>
                  </a:schemeClr>
                </a:solidFill>
              </a:rPr>
              <a:t>FP FS 50 V 1 Visite sécurité EHS</a:t>
            </a:r>
          </a:p>
        </p:txBody>
      </p:sp>
    </p:spTree>
    <p:extLst>
      <p:ext uri="{BB962C8B-B14F-4D97-AF65-F5344CB8AC3E}">
        <p14:creationId xmlns:p14="http://schemas.microsoft.com/office/powerpoint/2010/main" val="40918975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658</Words>
  <Application>Microsoft Office PowerPoint</Application>
  <PresentationFormat>Affichage à l'écran (4:3)</PresentationFormat>
  <Paragraphs>99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Thème Office</vt:lpstr>
      <vt:lpstr>ORGANISATION DES VISITES SECURITE EHS</vt:lpstr>
      <vt:lpstr>ORGANISATION DES VISITES SECURITE EHS</vt:lpstr>
      <vt:lpstr>ORGANISATION DES VISITES SECURITE EHS</vt:lpstr>
      <vt:lpstr>ORGANISATION DES VISITES SECURITE EHS</vt:lpstr>
      <vt:lpstr>ORGANISATION DES VISITES SECURITE EHS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LACHAUME, Veronique</cp:lastModifiedBy>
  <cp:revision>46</cp:revision>
  <dcterms:created xsi:type="dcterms:W3CDTF">2017-01-04T15:17:33Z</dcterms:created>
  <dcterms:modified xsi:type="dcterms:W3CDTF">2023-03-16T09:17:38Z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2023-02-10T08:54:19Z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9fde9334-8701-4282-9438-9e47bf585aae</vt:lpwstr>
  </property>
  <property fmtid="{D5CDD505-2E9C-101B-9397-08002B2CF9AE}" pid="8" name="MSIP_Label_defa4170-0d19-0005-0004-bc88714345d2_ContentBits">
    <vt:lpwstr>0</vt:lpwstr>
  </property>
</Properties>
</file>