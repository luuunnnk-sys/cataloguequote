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6858000" cy="9144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0" d="100"/>
          <a:sy n="80" d="100"/>
        </p:scale>
        <p:origin x="1452" y="72"/>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OURRIER, Sabine" userId="9b9af6b4-8435-4d51-af89-6891e422aa41" providerId="ADAL" clId="{0751A409-FDA8-48C9-8D4C-36A91E6F9E05}"/>
    <pc:docChg chg="modSld">
      <pc:chgData name="FOURRIER, Sabine" userId="9b9af6b4-8435-4d51-af89-6891e422aa41" providerId="ADAL" clId="{0751A409-FDA8-48C9-8D4C-36A91E6F9E05}" dt="2023-07-25T11:43:12.886" v="16" actId="20577"/>
      <pc:docMkLst>
        <pc:docMk/>
      </pc:docMkLst>
      <pc:sldChg chg="modSp mod">
        <pc:chgData name="FOURRIER, Sabine" userId="9b9af6b4-8435-4d51-af89-6891e422aa41" providerId="ADAL" clId="{0751A409-FDA8-48C9-8D4C-36A91E6F9E05}" dt="2023-07-25T11:43:12.886" v="16" actId="20577"/>
        <pc:sldMkLst>
          <pc:docMk/>
          <pc:sldMk cId="3735264620" sldId="256"/>
        </pc:sldMkLst>
        <pc:spChg chg="mod">
          <ac:chgData name="FOURRIER, Sabine" userId="9b9af6b4-8435-4d51-af89-6891e422aa41" providerId="ADAL" clId="{0751A409-FDA8-48C9-8D4C-36A91E6F9E05}" dt="2023-07-25T11:42:57.791" v="0" actId="1076"/>
          <ac:spMkLst>
            <pc:docMk/>
            <pc:sldMk cId="3735264620" sldId="256"/>
            <ac:spMk id="2" creationId="{00000000-0000-0000-0000-000000000000}"/>
          </ac:spMkLst>
        </pc:spChg>
        <pc:spChg chg="mod">
          <ac:chgData name="FOURRIER, Sabine" userId="9b9af6b4-8435-4d51-af89-6891e422aa41" providerId="ADAL" clId="{0751A409-FDA8-48C9-8D4C-36A91E6F9E05}" dt="2023-07-25T11:43:12.886" v="16" actId="20577"/>
          <ac:spMkLst>
            <pc:docMk/>
            <pc:sldMk cId="3735264620" sldId="256"/>
            <ac:spMk id="9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7" name="Title 1"/>
          <p:cNvSpPr>
            <a:spLocks noGrp="1"/>
          </p:cNvSpPr>
          <p:nvPr>
            <p:ph type="ctrTitle"/>
          </p:nvPr>
        </p:nvSpPr>
        <p:spPr>
          <a:xfrm>
            <a:off x="514350" y="3572074"/>
            <a:ext cx="5829300" cy="1960033"/>
          </a:xfrm>
        </p:spPr>
        <p:txBody>
          <a:bodyPr>
            <a:normAutofit/>
          </a:bodyPr>
          <a:lstStyle>
            <a:lvl1pPr>
              <a:defRPr sz="4000" b="1">
                <a:solidFill>
                  <a:schemeClr val="accent2">
                    <a:lumMod val="75000"/>
                  </a:schemeClr>
                </a:solidFill>
                <a:latin typeface="Calibri" panose="020F0502020204030204" pitchFamily="34" charset="0"/>
              </a:defRPr>
            </a:lvl1pPr>
          </a:lstStyle>
          <a:p>
            <a:r>
              <a:rPr lang="fr-FR" dirty="0"/>
              <a:t>Modifiez le style du titre</a:t>
            </a:r>
            <a:endParaRPr lang="en-US" dirty="0"/>
          </a:p>
        </p:txBody>
      </p:sp>
      <p:sp>
        <p:nvSpPr>
          <p:cNvPr id="8" name="Subtitle 2"/>
          <p:cNvSpPr>
            <a:spLocks noGrp="1"/>
          </p:cNvSpPr>
          <p:nvPr>
            <p:ph type="subTitle" idx="1"/>
          </p:nvPr>
        </p:nvSpPr>
        <p:spPr>
          <a:xfrm>
            <a:off x="1028700" y="5181600"/>
            <a:ext cx="4800600" cy="2336800"/>
          </a:xfrm>
        </p:spPr>
        <p:txBody>
          <a:bodyPr>
            <a:normAutofit/>
          </a:bodyPr>
          <a:lstStyle>
            <a:lvl1pPr marL="0" indent="0" algn="ctr">
              <a:buNone/>
              <a:defRPr sz="2400">
                <a:solidFill>
                  <a:schemeClr val="tx1"/>
                </a:solidFill>
                <a:latin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Modifiez le style des sous-titres du masque</a:t>
            </a:r>
            <a:endParaRPr lang="en-US" dirty="0"/>
          </a:p>
        </p:txBody>
      </p:sp>
      <p:grpSp>
        <p:nvGrpSpPr>
          <p:cNvPr id="2" name="Groupe 1"/>
          <p:cNvGrpSpPr/>
          <p:nvPr userDrawn="1"/>
        </p:nvGrpSpPr>
        <p:grpSpPr>
          <a:xfrm>
            <a:off x="9468" y="8532440"/>
            <a:ext cx="6854400" cy="529570"/>
            <a:chOff x="9468" y="8532440"/>
            <a:chExt cx="6854400" cy="529570"/>
          </a:xfrm>
        </p:grpSpPr>
        <p:sp>
          <p:nvSpPr>
            <p:cNvPr id="44" name="Rectangle 43"/>
            <p:cNvSpPr/>
            <p:nvPr/>
          </p:nvSpPr>
          <p:spPr>
            <a:xfrm>
              <a:off x="9468" y="8532440"/>
              <a:ext cx="6854400" cy="529570"/>
            </a:xfrm>
            <a:prstGeom prst="rect">
              <a:avLst/>
            </a:prstGeom>
            <a:solidFill>
              <a:schemeClr val="bg1"/>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ZoneTexte 50"/>
            <p:cNvSpPr txBox="1"/>
            <p:nvPr/>
          </p:nvSpPr>
          <p:spPr>
            <a:xfrm>
              <a:off x="4797152" y="8609549"/>
              <a:ext cx="1841416" cy="447197"/>
            </a:xfrm>
            <a:prstGeom prst="rect">
              <a:avLst/>
            </a:prstGeom>
            <a:noFill/>
          </p:spPr>
          <p:txBody>
            <a:bodyPr wrap="square" lIns="77111" tIns="38556" rIns="77111" bIns="38556" rtlCol="0">
              <a:spAutoFit/>
            </a:bodyPr>
            <a:lstStyle/>
            <a:p>
              <a:r>
                <a:rPr lang="fr-FR" sz="800" i="1" dirty="0">
                  <a:latin typeface="Calibri" panose="020F0502020204030204" pitchFamily="34" charset="0"/>
                </a:rPr>
                <a:t>Ce document est confidentiel. Toute reproduction, même partielle est interdite.</a:t>
              </a:r>
            </a:p>
          </p:txBody>
        </p:sp>
      </p:grpSp>
      <p:pic>
        <p:nvPicPr>
          <p:cNvPr id="21" name="Image 20">
            <a:extLst>
              <a:ext uri="{FF2B5EF4-FFF2-40B4-BE49-F238E27FC236}">
                <a16:creationId xmlns:a16="http://schemas.microsoft.com/office/drawing/2014/main" id="{7075CD0A-6A88-49B3-8B26-4CA890F385D9}"/>
              </a:ext>
            </a:extLst>
          </p:cNvPr>
          <p:cNvPicPr>
            <a:picLocks noChangeAspect="1"/>
          </p:cNvPicPr>
          <p:nvPr userDrawn="1"/>
        </p:nvPicPr>
        <p:blipFill>
          <a:blip r:embed="rId2"/>
          <a:stretch>
            <a:fillRect/>
          </a:stretch>
        </p:blipFill>
        <p:spPr>
          <a:xfrm>
            <a:off x="80733" y="8718279"/>
            <a:ext cx="4491120" cy="257798"/>
          </a:xfrm>
          <a:prstGeom prst="rect">
            <a:avLst/>
          </a:prstGeom>
        </p:spPr>
      </p:pic>
      <p:pic>
        <p:nvPicPr>
          <p:cNvPr id="22" name="Image 21">
            <a:extLst>
              <a:ext uri="{FF2B5EF4-FFF2-40B4-BE49-F238E27FC236}">
                <a16:creationId xmlns:a16="http://schemas.microsoft.com/office/drawing/2014/main" id="{9A9CC429-EEA7-49C1-B4AF-FAD1CD3A2B95}"/>
              </a:ext>
            </a:extLst>
          </p:cNvPr>
          <p:cNvPicPr>
            <a:picLocks noChangeAspect="1"/>
          </p:cNvPicPr>
          <p:nvPr userDrawn="1"/>
        </p:nvPicPr>
        <p:blipFill>
          <a:blip r:embed="rId3" cstate="print">
            <a:duotone>
              <a:schemeClr val="accent2">
                <a:shade val="45000"/>
                <a:satMod val="135000"/>
              </a:schemeClr>
              <a:prstClr val="white"/>
            </a:duotone>
            <a:extLst>
              <a:ext uri="{BEBA8EAE-BF5A-486C-A8C5-ECC9F3942E4B}">
                <a14:imgProps xmlns:a14="http://schemas.microsoft.com/office/drawing/2010/main">
                  <a14:imgLayer r:embed="rId4">
                    <a14:imgEffect>
                      <a14:artisticGlowEdges/>
                    </a14:imgEffect>
                  </a14:imgLayer>
                </a14:imgProps>
              </a:ext>
              <a:ext uri="{28A0092B-C50C-407E-A947-70E740481C1C}">
                <a14:useLocalDpi xmlns:a14="http://schemas.microsoft.com/office/drawing/2010/main" val="0"/>
              </a:ext>
            </a:extLst>
          </a:blip>
          <a:stretch>
            <a:fillRect/>
          </a:stretch>
        </p:blipFill>
        <p:spPr>
          <a:xfrm>
            <a:off x="1645704" y="102355"/>
            <a:ext cx="427885" cy="288000"/>
          </a:xfrm>
          <a:prstGeom prst="rect">
            <a:avLst/>
          </a:prstGeom>
        </p:spPr>
      </p:pic>
      <p:sp>
        <p:nvSpPr>
          <p:cNvPr id="23" name="Rectangle 22">
            <a:extLst>
              <a:ext uri="{FF2B5EF4-FFF2-40B4-BE49-F238E27FC236}">
                <a16:creationId xmlns:a16="http://schemas.microsoft.com/office/drawing/2014/main" id="{4763F659-B1AB-4593-9294-2040BA0D61E5}"/>
              </a:ext>
            </a:extLst>
          </p:cNvPr>
          <p:cNvSpPr/>
          <p:nvPr userDrawn="1"/>
        </p:nvSpPr>
        <p:spPr>
          <a:xfrm rot="21336737">
            <a:off x="5707739" y="92469"/>
            <a:ext cx="1215323" cy="307777"/>
          </a:xfrm>
          <a:prstGeom prst="rect">
            <a:avLst/>
          </a:prstGeom>
        </p:spPr>
        <p:txBody>
          <a:bodyPr wrap="square">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dirty="0">
                <a:ln>
                  <a:noFill/>
                </a:ln>
                <a:solidFill>
                  <a:prstClr val="white"/>
                </a:solidFill>
                <a:effectLst/>
                <a:uLnTx/>
                <a:uFillTx/>
                <a:latin typeface="Calibri"/>
                <a:ea typeface="+mn-ea"/>
                <a:cs typeface="+mn-cs"/>
              </a:rPr>
              <a:t>Sécurité</a:t>
            </a:r>
            <a:r>
              <a:rPr kumimoji="0" lang="fr-FR" sz="1400" b="0" i="1" u="none" strike="noStrike" kern="1200" cap="none" spc="0" normalizeH="0" baseline="0" noProof="0" dirty="0">
                <a:ln>
                  <a:noFill/>
                </a:ln>
                <a:solidFill>
                  <a:prstClr val="white"/>
                </a:solidFill>
                <a:effectLst/>
                <a:uLnTx/>
                <a:uFillTx/>
                <a:latin typeface="Calibri"/>
                <a:ea typeface="+mn-ea"/>
                <a:cs typeface="+mn-cs"/>
              </a:rPr>
              <a:t> </a:t>
            </a:r>
            <a:endParaRPr kumimoji="0" lang="fr-FR" sz="14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24" name="Connecteur droit 23">
            <a:extLst>
              <a:ext uri="{FF2B5EF4-FFF2-40B4-BE49-F238E27FC236}">
                <a16:creationId xmlns:a16="http://schemas.microsoft.com/office/drawing/2014/main" id="{16A6C5C8-EB84-48DB-AFD1-60854C6416A1}"/>
              </a:ext>
            </a:extLst>
          </p:cNvPr>
          <p:cNvCxnSpPr>
            <a:cxnSpLocks/>
          </p:cNvCxnSpPr>
          <p:nvPr userDrawn="1"/>
        </p:nvCxnSpPr>
        <p:spPr>
          <a:xfrm>
            <a:off x="0" y="567272"/>
            <a:ext cx="6843754" cy="0"/>
          </a:xfrm>
          <a:prstGeom prst="line">
            <a:avLst/>
          </a:prstGeom>
          <a:ln w="28575">
            <a:solidFill>
              <a:srgbClr val="953735"/>
            </a:solidFill>
          </a:ln>
        </p:spPr>
        <p:style>
          <a:lnRef idx="1">
            <a:schemeClr val="accent1"/>
          </a:lnRef>
          <a:fillRef idx="0">
            <a:schemeClr val="accent1"/>
          </a:fillRef>
          <a:effectRef idx="0">
            <a:schemeClr val="accent1"/>
          </a:effectRef>
          <a:fontRef idx="minor">
            <a:schemeClr val="tx1"/>
          </a:fontRef>
        </p:style>
      </p:cxnSp>
      <p:sp>
        <p:nvSpPr>
          <p:cNvPr id="25" name="Organigramme : Processus 39">
            <a:extLst>
              <a:ext uri="{FF2B5EF4-FFF2-40B4-BE49-F238E27FC236}">
                <a16:creationId xmlns:a16="http://schemas.microsoft.com/office/drawing/2014/main" id="{912FEFA2-FD46-418E-874B-291B890A4250}"/>
              </a:ext>
            </a:extLst>
          </p:cNvPr>
          <p:cNvSpPr/>
          <p:nvPr userDrawn="1"/>
        </p:nvSpPr>
        <p:spPr>
          <a:xfrm>
            <a:off x="44625" y="36003"/>
            <a:ext cx="1589723" cy="451067"/>
          </a:xfrm>
          <a:prstGeom prst="flowChartProcess">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a:ln>
                <a:noFill/>
              </a:ln>
              <a:solidFill>
                <a:prstClr val="white"/>
              </a:solidFill>
              <a:effectLst/>
              <a:uLnTx/>
              <a:uFillTx/>
              <a:latin typeface="Calibri"/>
              <a:ea typeface="+mn-ea"/>
              <a:cs typeface="+mn-cs"/>
            </a:endParaRPr>
          </a:p>
        </p:txBody>
      </p:sp>
      <p:pic>
        <p:nvPicPr>
          <p:cNvPr id="26" name="Image 25">
            <a:extLst>
              <a:ext uri="{FF2B5EF4-FFF2-40B4-BE49-F238E27FC236}">
                <a16:creationId xmlns:a16="http://schemas.microsoft.com/office/drawing/2014/main" id="{5FF41680-1259-40AE-8FEE-1D0F909ECC04}"/>
              </a:ext>
            </a:extLst>
          </p:cNvPr>
          <p:cNvPicPr>
            <a:picLocks noChangeAspect="1"/>
          </p:cNvPicPr>
          <p:nvPr userDrawn="1"/>
        </p:nvPicPr>
        <p:blipFill>
          <a:blip r:embed="rId3" cstate="print">
            <a:duotone>
              <a:schemeClr val="accent2">
                <a:shade val="45000"/>
                <a:satMod val="135000"/>
              </a:schemeClr>
              <a:prstClr val="white"/>
            </a:duotone>
            <a:extLst>
              <a:ext uri="{BEBA8EAE-BF5A-486C-A8C5-ECC9F3942E4B}">
                <a14:imgProps xmlns:a14="http://schemas.microsoft.com/office/drawing/2010/main">
                  <a14:imgLayer r:embed="rId4">
                    <a14:imgEffect>
                      <a14:artisticGlowEdges/>
                    </a14:imgEffect>
                  </a14:imgLayer>
                </a14:imgProps>
              </a:ext>
              <a:ext uri="{28A0092B-C50C-407E-A947-70E740481C1C}">
                <a14:useLocalDpi xmlns:a14="http://schemas.microsoft.com/office/drawing/2010/main" val="0"/>
              </a:ext>
            </a:extLst>
          </a:blip>
          <a:stretch>
            <a:fillRect/>
          </a:stretch>
        </p:blipFill>
        <p:spPr>
          <a:xfrm>
            <a:off x="1645704" y="102355"/>
            <a:ext cx="427885" cy="288000"/>
          </a:xfrm>
          <a:prstGeom prst="rect">
            <a:avLst/>
          </a:prstGeom>
        </p:spPr>
      </p:pic>
      <p:grpSp>
        <p:nvGrpSpPr>
          <p:cNvPr id="27" name="Groupe 26">
            <a:extLst>
              <a:ext uri="{FF2B5EF4-FFF2-40B4-BE49-F238E27FC236}">
                <a16:creationId xmlns:a16="http://schemas.microsoft.com/office/drawing/2014/main" id="{7E181877-36B3-4DCA-9E5B-BFA6FD3F9317}"/>
              </a:ext>
            </a:extLst>
          </p:cNvPr>
          <p:cNvGrpSpPr/>
          <p:nvPr userDrawn="1"/>
        </p:nvGrpSpPr>
        <p:grpSpPr>
          <a:xfrm>
            <a:off x="205424" y="-7667"/>
            <a:ext cx="1268125" cy="523221"/>
            <a:chOff x="225461" y="-7666"/>
            <a:chExt cx="1268125" cy="523219"/>
          </a:xfrm>
        </p:grpSpPr>
        <p:sp>
          <p:nvSpPr>
            <p:cNvPr id="28" name="ZoneTexte 27">
              <a:extLst>
                <a:ext uri="{FF2B5EF4-FFF2-40B4-BE49-F238E27FC236}">
                  <a16:creationId xmlns:a16="http://schemas.microsoft.com/office/drawing/2014/main" id="{4FD0199E-B158-451B-8B17-B1EEE434FE9A}"/>
                </a:ext>
              </a:extLst>
            </p:cNvPr>
            <p:cNvSpPr txBox="1"/>
            <p:nvPr userDrawn="1"/>
          </p:nvSpPr>
          <p:spPr>
            <a:xfrm>
              <a:off x="225461" y="-7666"/>
              <a:ext cx="383170" cy="523219"/>
            </a:xfrm>
            <a:prstGeom prst="rect">
              <a:avLst/>
            </a:prstGeom>
            <a:noFill/>
          </p:spPr>
          <p:txBody>
            <a:bodyPr wrap="square" rtlCol="0">
              <a:spAutoFit/>
            </a:bodyPr>
            <a:lstStyle/>
            <a:p>
              <a:pPr algn="ctr"/>
              <a:r>
                <a:rPr lang="fr-FR" sz="2800" b="1" dirty="0">
                  <a:solidFill>
                    <a:schemeClr val="tx1"/>
                  </a:solidFill>
                </a:rPr>
                <a:t>E</a:t>
              </a:r>
            </a:p>
          </p:txBody>
        </p:sp>
        <p:sp>
          <p:nvSpPr>
            <p:cNvPr id="29" name="ZoneTexte 28">
              <a:extLst>
                <a:ext uri="{FF2B5EF4-FFF2-40B4-BE49-F238E27FC236}">
                  <a16:creationId xmlns:a16="http://schemas.microsoft.com/office/drawing/2014/main" id="{95DD2FF2-C284-4573-AEE1-889AC6E12940}"/>
                </a:ext>
              </a:extLst>
            </p:cNvPr>
            <p:cNvSpPr txBox="1"/>
            <p:nvPr userDrawn="1"/>
          </p:nvSpPr>
          <p:spPr>
            <a:xfrm>
              <a:off x="667937" y="-7666"/>
              <a:ext cx="383171" cy="523219"/>
            </a:xfrm>
            <a:prstGeom prst="rect">
              <a:avLst/>
            </a:prstGeom>
            <a:noFill/>
          </p:spPr>
          <p:txBody>
            <a:bodyPr wrap="square" rtlCol="0">
              <a:spAutoFit/>
            </a:bodyPr>
            <a:lstStyle/>
            <a:p>
              <a:pPr algn="ctr"/>
              <a:r>
                <a:rPr lang="fr-FR" sz="2800" b="1" dirty="0">
                  <a:solidFill>
                    <a:schemeClr val="tx1"/>
                  </a:solidFill>
                </a:rPr>
                <a:t>H</a:t>
              </a:r>
            </a:p>
          </p:txBody>
        </p:sp>
        <p:cxnSp>
          <p:nvCxnSpPr>
            <p:cNvPr id="43" name="Connecteur droit 42">
              <a:extLst>
                <a:ext uri="{FF2B5EF4-FFF2-40B4-BE49-F238E27FC236}">
                  <a16:creationId xmlns:a16="http://schemas.microsoft.com/office/drawing/2014/main" id="{3B6BB62A-1261-450E-A463-BCCBD3161944}"/>
                </a:ext>
              </a:extLst>
            </p:cNvPr>
            <p:cNvCxnSpPr/>
            <p:nvPr userDrawn="1"/>
          </p:nvCxnSpPr>
          <p:spPr>
            <a:xfrm>
              <a:off x="638284" y="102354"/>
              <a:ext cx="0" cy="288000"/>
            </a:xfrm>
            <a:prstGeom prst="line">
              <a:avLst/>
            </a:prstGeom>
            <a:ln>
              <a:solidFill>
                <a:schemeClr val="tx1"/>
              </a:solidFill>
            </a:ln>
          </p:spPr>
          <p:style>
            <a:lnRef idx="1">
              <a:schemeClr val="accent3"/>
            </a:lnRef>
            <a:fillRef idx="0">
              <a:schemeClr val="accent3"/>
            </a:fillRef>
            <a:effectRef idx="0">
              <a:schemeClr val="accent3"/>
            </a:effectRef>
            <a:fontRef idx="minor">
              <a:schemeClr val="tx1"/>
            </a:fontRef>
          </p:style>
        </p:cxnSp>
        <p:cxnSp>
          <p:nvCxnSpPr>
            <p:cNvPr id="45" name="Connecteur droit 44">
              <a:extLst>
                <a:ext uri="{FF2B5EF4-FFF2-40B4-BE49-F238E27FC236}">
                  <a16:creationId xmlns:a16="http://schemas.microsoft.com/office/drawing/2014/main" id="{FD978D7E-476A-461D-A66C-1B6FC5B2D24A}"/>
                </a:ext>
              </a:extLst>
            </p:cNvPr>
            <p:cNvCxnSpPr/>
            <p:nvPr userDrawn="1"/>
          </p:nvCxnSpPr>
          <p:spPr>
            <a:xfrm>
              <a:off x="1080761" y="102354"/>
              <a:ext cx="0" cy="288000"/>
            </a:xfrm>
            <a:prstGeom prst="line">
              <a:avLst/>
            </a:prstGeom>
            <a:ln>
              <a:solidFill>
                <a:schemeClr val="tx1"/>
              </a:solidFill>
            </a:ln>
          </p:spPr>
          <p:style>
            <a:lnRef idx="1">
              <a:schemeClr val="accent3"/>
            </a:lnRef>
            <a:fillRef idx="0">
              <a:schemeClr val="accent3"/>
            </a:fillRef>
            <a:effectRef idx="0">
              <a:schemeClr val="accent3"/>
            </a:effectRef>
            <a:fontRef idx="minor">
              <a:schemeClr val="tx1"/>
            </a:fontRef>
          </p:style>
        </p:cxnSp>
        <p:sp>
          <p:nvSpPr>
            <p:cNvPr id="46" name="ZoneTexte 45">
              <a:extLst>
                <a:ext uri="{FF2B5EF4-FFF2-40B4-BE49-F238E27FC236}">
                  <a16:creationId xmlns:a16="http://schemas.microsoft.com/office/drawing/2014/main" id="{A614DF00-DFA2-4846-BF33-FA88DCF9561A}"/>
                </a:ext>
              </a:extLst>
            </p:cNvPr>
            <p:cNvSpPr txBox="1"/>
            <p:nvPr userDrawn="1"/>
          </p:nvSpPr>
          <p:spPr>
            <a:xfrm>
              <a:off x="1110415" y="-7666"/>
              <a:ext cx="383171" cy="523219"/>
            </a:xfrm>
            <a:prstGeom prst="rect">
              <a:avLst/>
            </a:prstGeom>
            <a:noFill/>
          </p:spPr>
          <p:txBody>
            <a:bodyPr wrap="square" rtlCol="0">
              <a:spAutoFit/>
            </a:bodyPr>
            <a:lstStyle/>
            <a:p>
              <a:pPr algn="ctr"/>
              <a:r>
                <a:rPr lang="fr-FR" sz="2800" b="1" dirty="0">
                  <a:solidFill>
                    <a:schemeClr val="tx1"/>
                  </a:solidFill>
                </a:rPr>
                <a:t>S</a:t>
              </a:r>
            </a:p>
          </p:txBody>
        </p:sp>
      </p:grpSp>
      <p:sp>
        <p:nvSpPr>
          <p:cNvPr id="47" name="Rectangle 46">
            <a:extLst>
              <a:ext uri="{FF2B5EF4-FFF2-40B4-BE49-F238E27FC236}">
                <a16:creationId xmlns:a16="http://schemas.microsoft.com/office/drawing/2014/main" id="{5EDF0F9E-3F5F-430F-AEAA-6E8E6335DC28}"/>
              </a:ext>
            </a:extLst>
          </p:cNvPr>
          <p:cNvSpPr/>
          <p:nvPr userDrawn="1"/>
        </p:nvSpPr>
        <p:spPr>
          <a:xfrm rot="21336737">
            <a:off x="5860139" y="244869"/>
            <a:ext cx="1215323" cy="307777"/>
          </a:xfrm>
          <a:prstGeom prst="rect">
            <a:avLst/>
          </a:prstGeom>
        </p:spPr>
        <p:txBody>
          <a:bodyPr wrap="square">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dirty="0">
                <a:ln>
                  <a:noFill/>
                </a:ln>
                <a:solidFill>
                  <a:prstClr val="white"/>
                </a:solidFill>
                <a:effectLst/>
                <a:uLnTx/>
                <a:uFillTx/>
                <a:latin typeface="Calibri"/>
                <a:ea typeface="+mn-ea"/>
                <a:cs typeface="+mn-cs"/>
              </a:rPr>
              <a:t>Sécurité</a:t>
            </a:r>
            <a:r>
              <a:rPr kumimoji="0" lang="fr-FR" sz="1400" b="0" i="1" u="none" strike="noStrike" kern="1200" cap="none" spc="0" normalizeH="0" baseline="0" noProof="0" dirty="0">
                <a:ln>
                  <a:noFill/>
                </a:ln>
                <a:solidFill>
                  <a:prstClr val="white"/>
                </a:solidFill>
                <a:effectLst/>
                <a:uLnTx/>
                <a:uFillTx/>
                <a:latin typeface="Calibri"/>
                <a:ea typeface="+mn-ea"/>
                <a:cs typeface="+mn-cs"/>
              </a:rPr>
              <a:t> </a:t>
            </a:r>
            <a:endParaRPr kumimoji="0" lang="fr-FR"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3476CAFF-E0C8-40E8-93BA-AC4DD870B838}"/>
              </a:ext>
            </a:extLst>
          </p:cNvPr>
          <p:cNvSpPr/>
          <p:nvPr userDrawn="1"/>
        </p:nvSpPr>
        <p:spPr>
          <a:xfrm rot="21419042">
            <a:off x="5528528" y="201837"/>
            <a:ext cx="1260000" cy="162000"/>
          </a:xfrm>
          <a:prstGeom prst="rect">
            <a:avLst/>
          </a:prstGeom>
          <a:solidFill>
            <a:srgbClr val="953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a:ea typeface="+mn-ea"/>
              <a:cs typeface="+mn-cs"/>
            </a:endParaRPr>
          </a:p>
        </p:txBody>
      </p:sp>
      <p:sp>
        <p:nvSpPr>
          <p:cNvPr id="49" name="Rectangle 48">
            <a:extLst>
              <a:ext uri="{FF2B5EF4-FFF2-40B4-BE49-F238E27FC236}">
                <a16:creationId xmlns:a16="http://schemas.microsoft.com/office/drawing/2014/main" id="{E0D5E515-B99D-4E3B-938D-F4675A416F16}"/>
              </a:ext>
            </a:extLst>
          </p:cNvPr>
          <p:cNvSpPr/>
          <p:nvPr userDrawn="1"/>
        </p:nvSpPr>
        <p:spPr>
          <a:xfrm rot="21336737">
            <a:off x="5655902" y="98987"/>
            <a:ext cx="1215323" cy="307777"/>
          </a:xfrm>
          <a:prstGeom prst="rect">
            <a:avLst/>
          </a:prstGeom>
        </p:spPr>
        <p:txBody>
          <a:bodyPr wrap="square">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dirty="0">
                <a:ln>
                  <a:noFill/>
                </a:ln>
                <a:solidFill>
                  <a:prstClr val="white"/>
                </a:solidFill>
                <a:effectLst/>
                <a:uLnTx/>
                <a:uFillTx/>
                <a:latin typeface="Calibri"/>
                <a:ea typeface="+mn-ea"/>
                <a:cs typeface="+mn-cs"/>
              </a:rPr>
              <a:t>Sécurité</a:t>
            </a:r>
            <a:r>
              <a:rPr kumimoji="0" lang="fr-FR" sz="1400" b="0" i="1" u="none" strike="noStrike" kern="1200" cap="none" spc="0" normalizeH="0" baseline="0" noProof="0" dirty="0">
                <a:ln>
                  <a:noFill/>
                </a:ln>
                <a:solidFill>
                  <a:prstClr val="white"/>
                </a:solidFill>
                <a:effectLst/>
                <a:uLnTx/>
                <a:uFillTx/>
                <a:latin typeface="Calibri"/>
                <a:ea typeface="+mn-ea"/>
                <a:cs typeface="+mn-cs"/>
              </a:rPr>
              <a:t> </a:t>
            </a:r>
            <a:endParaRPr kumimoji="0" lang="fr-FR" sz="1400" b="0" i="0" u="none" strike="noStrike" kern="1200" cap="none" spc="0" normalizeH="0" baseline="0" noProof="0" dirty="0">
              <a:ln>
                <a:noFill/>
              </a:ln>
              <a:solidFill>
                <a:prstClr val="black"/>
              </a:solidFill>
              <a:effectLst/>
              <a:uLnTx/>
              <a:uFillTx/>
              <a:latin typeface="Calibri"/>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7" name="Content Placeholder 2"/>
          <p:cNvSpPr>
            <a:spLocks noGrp="1"/>
          </p:cNvSpPr>
          <p:nvPr>
            <p:ph idx="1"/>
          </p:nvPr>
        </p:nvSpPr>
        <p:spPr>
          <a:xfrm>
            <a:off x="342900" y="2133601"/>
            <a:ext cx="6172200" cy="6034617"/>
          </a:xfrm>
        </p:spPr>
        <p:txBody>
          <a:bodyPr/>
          <a:lstStyle>
            <a:lvl1pPr>
              <a:defRPr sz="2200">
                <a:solidFill>
                  <a:schemeClr val="accent2">
                    <a:lumMod val="75000"/>
                  </a:schemeClr>
                </a:solidFill>
                <a:latin typeface="Calibri" panose="020F0502020204030204" pitchFamily="34" charset="0"/>
              </a:defRPr>
            </a:lvl1pPr>
            <a:lvl2pPr marL="742950" indent="-285750">
              <a:buClr>
                <a:schemeClr val="accent2">
                  <a:lumMod val="75000"/>
                </a:schemeClr>
              </a:buClr>
              <a:buFont typeface="Wingdings" panose="05000000000000000000" pitchFamily="2" charset="2"/>
              <a:buChar char="§"/>
              <a:defRPr sz="1300">
                <a:solidFill>
                  <a:schemeClr val="tx1"/>
                </a:solidFill>
                <a:latin typeface="Calibri" panose="020F0502020204030204" pitchFamily="34" charset="0"/>
              </a:defRPr>
            </a:lvl2pPr>
            <a:lvl3pPr>
              <a:buClr>
                <a:schemeClr val="accent2">
                  <a:lumMod val="75000"/>
                </a:schemeClr>
              </a:buClr>
              <a:defRPr sz="1300">
                <a:solidFill>
                  <a:schemeClr val="tx1"/>
                </a:solidFill>
                <a:latin typeface="Calibri" panose="020F0502020204030204" pitchFamily="34" charset="0"/>
              </a:defRPr>
            </a:lvl3pPr>
            <a:lvl4pPr>
              <a:buClr>
                <a:schemeClr val="accent2">
                  <a:lumMod val="75000"/>
                </a:schemeClr>
              </a:buClr>
              <a:defRPr sz="1300">
                <a:solidFill>
                  <a:schemeClr val="tx1"/>
                </a:solidFill>
                <a:latin typeface="Calibri" panose="020F0502020204030204" pitchFamily="34" charset="0"/>
              </a:defRPr>
            </a:lvl4pPr>
            <a:lvl5pPr>
              <a:buClr>
                <a:schemeClr val="accent2">
                  <a:lumMod val="75000"/>
                </a:schemeClr>
              </a:buClr>
              <a:defRPr sz="1300">
                <a:solidFill>
                  <a:schemeClr val="tx1"/>
                </a:solidFill>
                <a:latin typeface="Calibri" panose="020F0502020204030204" pitchFamily="34" charset="0"/>
              </a:defRPr>
            </a:lvl5p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6" name="Espace réservé du numéro de diapositive 5"/>
          <p:cNvSpPr>
            <a:spLocks noGrp="1"/>
          </p:cNvSpPr>
          <p:nvPr>
            <p:ph type="sldNum" sz="quarter" idx="12"/>
          </p:nvPr>
        </p:nvSpPr>
        <p:spPr>
          <a:xfrm>
            <a:off x="5231178" y="8622284"/>
            <a:ext cx="1600200" cy="486833"/>
          </a:xfrm>
        </p:spPr>
        <p:txBody>
          <a:bodyPr/>
          <a:lstStyle/>
          <a:p>
            <a:fld id="{CF4668DC-857F-487D-BFFA-8C0CA5037977}" type="slidenum">
              <a:rPr lang="fr-BE" smtClean="0"/>
              <a:t>‹N°›</a:t>
            </a:fld>
            <a:endParaRPr lang="fr-BE"/>
          </a:p>
        </p:txBody>
      </p:sp>
      <p:sp>
        <p:nvSpPr>
          <p:cNvPr id="8" name="Title 1"/>
          <p:cNvSpPr>
            <a:spLocks noGrp="1"/>
          </p:cNvSpPr>
          <p:nvPr>
            <p:ph type="title" hasCustomPrompt="1"/>
          </p:nvPr>
        </p:nvSpPr>
        <p:spPr>
          <a:xfrm>
            <a:off x="342900" y="71670"/>
            <a:ext cx="6172200" cy="851925"/>
          </a:xfrm>
        </p:spPr>
        <p:txBody>
          <a:bodyPr>
            <a:normAutofit/>
          </a:bodyPr>
          <a:lstStyle>
            <a:lvl1pPr>
              <a:defRPr sz="2200" b="1">
                <a:solidFill>
                  <a:schemeClr val="accent2">
                    <a:lumMod val="75000"/>
                  </a:schemeClr>
                </a:solidFill>
                <a:latin typeface="Calibri" panose="020F0502020204030204" pitchFamily="34" charset="0"/>
              </a:defRPr>
            </a:lvl1pPr>
          </a:lstStyle>
          <a:p>
            <a:r>
              <a:rPr lang="fr-FR" dirty="0"/>
              <a:t>MODIFIEZ LE STYLE DU TITRE</a:t>
            </a:r>
            <a:endParaRPr lang="en-US" dirty="0"/>
          </a:p>
        </p:txBody>
      </p:sp>
      <p:sp>
        <p:nvSpPr>
          <p:cNvPr id="12" name="Organigramme : Processus 11"/>
          <p:cNvSpPr/>
          <p:nvPr userDrawn="1"/>
        </p:nvSpPr>
        <p:spPr>
          <a:xfrm>
            <a:off x="-1745" y="1187624"/>
            <a:ext cx="6858000" cy="216024"/>
          </a:xfrm>
          <a:prstGeom prst="flowChartProces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3" name="Rectangle 12"/>
          <p:cNvSpPr/>
          <p:nvPr userDrawn="1"/>
        </p:nvSpPr>
        <p:spPr>
          <a:xfrm rot="21419042">
            <a:off x="4984400" y="1224801"/>
            <a:ext cx="1880561" cy="24954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p:nvPr userDrawn="1"/>
        </p:nvSpPr>
        <p:spPr>
          <a:xfrm rot="21336737">
            <a:off x="6034285" y="1174739"/>
            <a:ext cx="911492" cy="338554"/>
          </a:xfrm>
          <a:prstGeom prst="rect">
            <a:avLst/>
          </a:prstGeom>
        </p:spPr>
        <p:txBody>
          <a:bodyPr wrap="square">
            <a:spAutoFit/>
          </a:bodyPr>
          <a:lstStyle/>
          <a:p>
            <a:r>
              <a:rPr lang="fr-FR" sz="1600" b="1" i="1" dirty="0">
                <a:solidFill>
                  <a:schemeClr val="bg1"/>
                </a:solidFill>
              </a:rPr>
              <a:t>Sécurité</a:t>
            </a:r>
            <a:r>
              <a:rPr lang="fr-FR" sz="1600" i="1" dirty="0">
                <a:solidFill>
                  <a:schemeClr val="bg1"/>
                </a:solidFill>
              </a:rPr>
              <a:t> </a:t>
            </a:r>
            <a:endParaRPr lang="fr-FR"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de section">
    <p:spTree>
      <p:nvGrpSpPr>
        <p:cNvPr id="1" name=""/>
        <p:cNvGrpSpPr/>
        <p:nvPr/>
      </p:nvGrpSpPr>
      <p:grpSpPr>
        <a:xfrm>
          <a:off x="0" y="0"/>
          <a:ext cx="0" cy="0"/>
          <a:chOff x="0" y="0"/>
          <a:chExt cx="0" cy="0"/>
        </a:xfrm>
      </p:grpSpPr>
      <p:sp>
        <p:nvSpPr>
          <p:cNvPr id="7" name="Title 1"/>
          <p:cNvSpPr>
            <a:spLocks noGrp="1"/>
          </p:cNvSpPr>
          <p:nvPr>
            <p:ph type="ctrTitle"/>
          </p:nvPr>
        </p:nvSpPr>
        <p:spPr>
          <a:xfrm>
            <a:off x="514350" y="3572074"/>
            <a:ext cx="5829300" cy="1960033"/>
          </a:xfrm>
        </p:spPr>
        <p:txBody>
          <a:bodyPr>
            <a:normAutofit/>
          </a:bodyPr>
          <a:lstStyle>
            <a:lvl1pPr>
              <a:defRPr sz="4000" b="1">
                <a:solidFill>
                  <a:schemeClr val="accent2">
                    <a:lumMod val="75000"/>
                  </a:schemeClr>
                </a:solidFill>
                <a:latin typeface="Calibri" panose="020F0502020204030204" pitchFamily="34" charset="0"/>
              </a:defRPr>
            </a:lvl1pPr>
          </a:lstStyle>
          <a:p>
            <a:r>
              <a:rPr lang="fr-FR" dirty="0"/>
              <a:t>Modifiez le style du titre</a:t>
            </a:r>
            <a:endParaRPr lang="en-US" dirty="0"/>
          </a:p>
        </p:txBody>
      </p:sp>
      <p:sp>
        <p:nvSpPr>
          <p:cNvPr id="8" name="Subtitle 2"/>
          <p:cNvSpPr>
            <a:spLocks noGrp="1"/>
          </p:cNvSpPr>
          <p:nvPr>
            <p:ph type="subTitle" idx="1"/>
          </p:nvPr>
        </p:nvSpPr>
        <p:spPr>
          <a:xfrm>
            <a:off x="1028700" y="5181600"/>
            <a:ext cx="4800600" cy="2336800"/>
          </a:xfrm>
        </p:spPr>
        <p:txBody>
          <a:bodyPr>
            <a:normAutofit/>
          </a:bodyPr>
          <a:lstStyle>
            <a:lvl1pPr marL="0" indent="0" algn="ctr">
              <a:buNone/>
              <a:defRPr sz="2400">
                <a:solidFill>
                  <a:schemeClr val="tx1"/>
                </a:solidFill>
                <a:latin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Modifiez le style des sous-titres du masque</a:t>
            </a:r>
            <a:endParaRPr lang="en-US" dirty="0"/>
          </a:p>
        </p:txBody>
      </p:sp>
      <p:sp>
        <p:nvSpPr>
          <p:cNvPr id="9" name="Organigramme : Processus 8"/>
          <p:cNvSpPr/>
          <p:nvPr userDrawn="1"/>
        </p:nvSpPr>
        <p:spPr>
          <a:xfrm>
            <a:off x="-1745" y="1187624"/>
            <a:ext cx="6858000" cy="216024"/>
          </a:xfrm>
          <a:prstGeom prst="flowChartProces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 name="Rectangle 9"/>
          <p:cNvSpPr/>
          <p:nvPr userDrawn="1"/>
        </p:nvSpPr>
        <p:spPr>
          <a:xfrm rot="21419042">
            <a:off x="4984400" y="1224801"/>
            <a:ext cx="1880561" cy="24954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userDrawn="1"/>
        </p:nvSpPr>
        <p:spPr>
          <a:xfrm rot="21336737">
            <a:off x="6034285" y="1174739"/>
            <a:ext cx="911492" cy="338554"/>
          </a:xfrm>
          <a:prstGeom prst="rect">
            <a:avLst/>
          </a:prstGeom>
        </p:spPr>
        <p:txBody>
          <a:bodyPr wrap="square">
            <a:spAutoFit/>
          </a:bodyPr>
          <a:lstStyle/>
          <a:p>
            <a:r>
              <a:rPr lang="fr-FR" sz="1600" b="1" i="1" dirty="0">
                <a:solidFill>
                  <a:schemeClr val="bg1"/>
                </a:solidFill>
              </a:rPr>
              <a:t>Sécurité</a:t>
            </a:r>
            <a:r>
              <a:rPr lang="fr-FR" sz="1600" i="1" dirty="0">
                <a:solidFill>
                  <a:schemeClr val="bg1"/>
                </a:solidFill>
              </a:rPr>
              <a:t> </a:t>
            </a:r>
            <a:endParaRPr lang="fr-FR" sz="1600" dirty="0"/>
          </a:p>
        </p:txBody>
      </p:sp>
      <p:sp>
        <p:nvSpPr>
          <p:cNvPr id="6" name="Espace réservé du numéro de diapositive 5"/>
          <p:cNvSpPr>
            <a:spLocks noGrp="1"/>
          </p:cNvSpPr>
          <p:nvPr>
            <p:ph type="sldNum" sz="quarter" idx="12"/>
          </p:nvPr>
        </p:nvSpPr>
        <p:spPr>
          <a:xfrm>
            <a:off x="5245976" y="8640298"/>
            <a:ext cx="1600200" cy="486833"/>
          </a:xfrm>
        </p:spPr>
        <p:txBody>
          <a:bodyPr/>
          <a:lstStyle/>
          <a:p>
            <a:fld id="{CF4668DC-857F-487D-BFFA-8C0CA5037977}" type="slidenum">
              <a:rPr lang="fr-BE" smtClean="0"/>
              <a:t>‹N°›</a:t>
            </a:fld>
            <a:endParaRPr lang="fr-B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42900" y="24995"/>
            <a:ext cx="6172200" cy="851925"/>
          </a:xfrm>
        </p:spPr>
        <p:txBody>
          <a:bodyPr>
            <a:normAutofit/>
          </a:bodyPr>
          <a:lstStyle>
            <a:lvl1pPr>
              <a:defRPr sz="2200" b="1">
                <a:solidFill>
                  <a:schemeClr val="accent2">
                    <a:lumMod val="75000"/>
                  </a:schemeClr>
                </a:solidFill>
                <a:latin typeface="Calibri" panose="020F0502020204030204" pitchFamily="34" charset="0"/>
              </a:defRPr>
            </a:lvl1pPr>
          </a:lstStyle>
          <a:p>
            <a:r>
              <a:rPr lang="fr-FR" dirty="0"/>
              <a:t>MODIFIEZ LE STYLE DU TITRE</a:t>
            </a:r>
            <a:endParaRPr lang="en-US" dirty="0"/>
          </a:p>
        </p:txBody>
      </p:sp>
      <p:sp>
        <p:nvSpPr>
          <p:cNvPr id="9" name="Organigramme : Processus 8"/>
          <p:cNvSpPr/>
          <p:nvPr userDrawn="1"/>
        </p:nvSpPr>
        <p:spPr>
          <a:xfrm>
            <a:off x="-1745" y="1187624"/>
            <a:ext cx="6858000" cy="216024"/>
          </a:xfrm>
          <a:prstGeom prst="flowChartProces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 name="Rectangle 9"/>
          <p:cNvSpPr/>
          <p:nvPr userDrawn="1"/>
        </p:nvSpPr>
        <p:spPr>
          <a:xfrm rot="21419042">
            <a:off x="4984400" y="1224801"/>
            <a:ext cx="1880561" cy="24954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userDrawn="1"/>
        </p:nvSpPr>
        <p:spPr>
          <a:xfrm rot="21336737">
            <a:off x="6034285" y="1174739"/>
            <a:ext cx="911492" cy="338554"/>
          </a:xfrm>
          <a:prstGeom prst="rect">
            <a:avLst/>
          </a:prstGeom>
        </p:spPr>
        <p:txBody>
          <a:bodyPr wrap="square">
            <a:spAutoFit/>
          </a:bodyPr>
          <a:lstStyle/>
          <a:p>
            <a:r>
              <a:rPr lang="fr-FR" sz="1600" b="1" i="1" dirty="0">
                <a:solidFill>
                  <a:schemeClr val="bg1"/>
                </a:solidFill>
              </a:rPr>
              <a:t>Sécurité</a:t>
            </a:r>
            <a:r>
              <a:rPr lang="fr-FR" sz="1600" i="1" dirty="0">
                <a:solidFill>
                  <a:schemeClr val="bg1"/>
                </a:solidFill>
              </a:rPr>
              <a:t> </a:t>
            </a:r>
            <a:endParaRPr lang="fr-FR" sz="1600" dirty="0"/>
          </a:p>
        </p:txBody>
      </p:sp>
      <p:sp>
        <p:nvSpPr>
          <p:cNvPr id="4" name="Espace réservé du numéro de diapositive 3"/>
          <p:cNvSpPr>
            <a:spLocks noGrp="1"/>
          </p:cNvSpPr>
          <p:nvPr>
            <p:ph type="sldNum" sz="quarter" idx="12"/>
          </p:nvPr>
        </p:nvSpPr>
        <p:spPr>
          <a:xfrm>
            <a:off x="5245976" y="8628370"/>
            <a:ext cx="1600200" cy="486833"/>
          </a:xfrm>
        </p:spPr>
        <p:txBody>
          <a:bodyPr/>
          <a:lstStyle/>
          <a:p>
            <a:fld id="{CF4668DC-857F-487D-BFFA-8C0CA5037977}" type="slidenum">
              <a:rPr lang="fr-BE" smtClean="0"/>
              <a:t>‹N°›</a:t>
            </a:fld>
            <a:endParaRPr lang="fr-B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00929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fr-FR"/>
              <a:t>Cliquez pour modifier le style du titre</a:t>
            </a:r>
            <a:endParaRPr lang="fr-BE"/>
          </a:p>
        </p:txBody>
      </p:sp>
      <p:sp>
        <p:nvSpPr>
          <p:cNvPr id="3" name="Espace réservé du texte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AA309A6D-C09C-4548-B29A-6CF363A7E532}" type="datetimeFigureOut">
              <a:rPr lang="fr-FR" smtClean="0"/>
              <a:t>25/07/2023</a:t>
            </a:fld>
            <a:endParaRPr lang="fr-BE"/>
          </a:p>
        </p:txBody>
      </p:sp>
      <p:sp>
        <p:nvSpPr>
          <p:cNvPr id="5" name="Espace réservé du pied de page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CF4668DC-857F-487D-BFFA-8C0CA5037977}" type="slidenum">
              <a:rPr lang="fr-BE" smtClean="0"/>
              <a:t>‹N°›</a:t>
            </a:fld>
            <a:endParaRPr lang="fr-B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5" r:id="rId4"/>
    <p:sldLayoutId id="2147483656"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jpeg"/><Relationship Id="rId18" Type="http://schemas.openxmlformats.org/officeDocument/2006/relationships/image" Target="../media/image18.png"/><Relationship Id="rId3" Type="http://schemas.openxmlformats.org/officeDocument/2006/relationships/image" Target="../media/image4.png"/><Relationship Id="rId21" Type="http://schemas.openxmlformats.org/officeDocument/2006/relationships/image" Target="../media/image21.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7.jpeg"/><Relationship Id="rId25" Type="http://schemas.openxmlformats.org/officeDocument/2006/relationships/image" Target="../media/image25.png"/><Relationship Id="rId2" Type="http://schemas.openxmlformats.org/officeDocument/2006/relationships/image" Target="../media/image3.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24" Type="http://schemas.openxmlformats.org/officeDocument/2006/relationships/image" Target="../media/image24.png"/><Relationship Id="rId5" Type="http://schemas.openxmlformats.org/officeDocument/2006/relationships/image" Target="../media/image6.png"/><Relationship Id="rId15" Type="http://schemas.microsoft.com/office/2007/relationships/hdphoto" Target="../media/hdphoto2.wdp"/><Relationship Id="rId23" Type="http://schemas.openxmlformats.org/officeDocument/2006/relationships/image" Target="../media/image23.png"/><Relationship Id="rId10" Type="http://schemas.openxmlformats.org/officeDocument/2006/relationships/image" Target="../media/image11.png"/><Relationship Id="rId19" Type="http://schemas.openxmlformats.org/officeDocument/2006/relationships/image" Target="../media/image19.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39">
            <a:extLst>
              <a:ext uri="{FF2B5EF4-FFF2-40B4-BE49-F238E27FC236}">
                <a16:creationId xmlns:a16="http://schemas.microsoft.com/office/drawing/2014/main" id="{39C38DC2-8BBD-481C-8179-CD1662C7E518}"/>
              </a:ext>
            </a:extLst>
          </p:cNvPr>
          <p:cNvGrpSpPr/>
          <p:nvPr/>
        </p:nvGrpSpPr>
        <p:grpSpPr>
          <a:xfrm>
            <a:off x="2818021" y="2193857"/>
            <a:ext cx="1144824" cy="635019"/>
            <a:chOff x="5505013" y="2099965"/>
            <a:chExt cx="1144824" cy="635019"/>
          </a:xfrm>
        </p:grpSpPr>
        <p:pic>
          <p:nvPicPr>
            <p:cNvPr id="20" name="Picture 36">
              <a:extLst>
                <a:ext uri="{FF2B5EF4-FFF2-40B4-BE49-F238E27FC236}">
                  <a16:creationId xmlns:a16="http://schemas.microsoft.com/office/drawing/2014/main" id="{C385F08F-5F3C-4AF1-9777-811A16951FB4}"/>
                </a:ext>
              </a:extLst>
            </p:cNvPr>
            <p:cNvPicPr>
              <a:picLocks noChangeAspect="1"/>
            </p:cNvPicPr>
            <p:nvPr/>
          </p:nvPicPr>
          <p:blipFill>
            <a:blip r:embed="rId2"/>
            <a:stretch>
              <a:fillRect/>
            </a:stretch>
          </p:blipFill>
          <p:spPr>
            <a:xfrm>
              <a:off x="5505013" y="2099965"/>
              <a:ext cx="1144824" cy="635019"/>
            </a:xfrm>
            <a:prstGeom prst="rect">
              <a:avLst/>
            </a:prstGeom>
          </p:spPr>
        </p:pic>
        <p:sp>
          <p:nvSpPr>
            <p:cNvPr id="21" name="Rectangle 20">
              <a:extLst>
                <a:ext uri="{FF2B5EF4-FFF2-40B4-BE49-F238E27FC236}">
                  <a16:creationId xmlns:a16="http://schemas.microsoft.com/office/drawing/2014/main" id="{3B89823E-C803-4C74-A74E-6E2AB9AC34CC}"/>
                </a:ext>
              </a:extLst>
            </p:cNvPr>
            <p:cNvSpPr/>
            <p:nvPr/>
          </p:nvSpPr>
          <p:spPr>
            <a:xfrm>
              <a:off x="6077425" y="2099965"/>
              <a:ext cx="572412" cy="19109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 name="Titre 1"/>
          <p:cNvSpPr>
            <a:spLocks noGrp="1"/>
          </p:cNvSpPr>
          <p:nvPr>
            <p:ph type="ctrTitle"/>
          </p:nvPr>
        </p:nvSpPr>
        <p:spPr>
          <a:xfrm>
            <a:off x="984927" y="-74159"/>
            <a:ext cx="5829300" cy="690105"/>
          </a:xfrm>
        </p:spPr>
        <p:txBody>
          <a:bodyPr>
            <a:normAutofit/>
          </a:bodyPr>
          <a:lstStyle/>
          <a:p>
            <a:r>
              <a:rPr lang="fr-FR" sz="1800" dirty="0"/>
              <a:t>Tuto ERGO - Les bonnes pratiques ERGO </a:t>
            </a:r>
            <a:br>
              <a:rPr lang="fr-FR" sz="1800" dirty="0"/>
            </a:br>
            <a:r>
              <a:rPr lang="fr-FR" sz="1800" dirty="0"/>
              <a:t>au quotidien à la maison</a:t>
            </a:r>
          </a:p>
        </p:txBody>
      </p:sp>
      <p:sp>
        <p:nvSpPr>
          <p:cNvPr id="93" name="ZoneTexte 92"/>
          <p:cNvSpPr txBox="1"/>
          <p:nvPr/>
        </p:nvSpPr>
        <p:spPr>
          <a:xfrm>
            <a:off x="5129323" y="387377"/>
            <a:ext cx="1749232" cy="200055"/>
          </a:xfrm>
          <a:prstGeom prst="rect">
            <a:avLst/>
          </a:prstGeom>
          <a:noFill/>
        </p:spPr>
        <p:txBody>
          <a:bodyPr wrap="square" rtlCol="0">
            <a:spAutoFit/>
          </a:bodyPr>
          <a:lstStyle/>
          <a:p>
            <a:pPr algn="r"/>
            <a:r>
              <a:rPr lang="fr-FR" sz="700" i="1" dirty="0">
                <a:solidFill>
                  <a:schemeClr val="bg1">
                    <a:lumMod val="65000"/>
                  </a:schemeClr>
                </a:solidFill>
              </a:rPr>
              <a:t>FP FS 029c – Version 2 du 27/07/2023</a:t>
            </a:r>
          </a:p>
        </p:txBody>
      </p:sp>
      <p:sp>
        <p:nvSpPr>
          <p:cNvPr id="11" name="Title 4">
            <a:extLst>
              <a:ext uri="{FF2B5EF4-FFF2-40B4-BE49-F238E27FC236}">
                <a16:creationId xmlns:a16="http://schemas.microsoft.com/office/drawing/2014/main" id="{A9E96D3A-568C-4FE7-8DED-B743170EBABF}"/>
              </a:ext>
            </a:extLst>
          </p:cNvPr>
          <p:cNvSpPr>
            <a:spLocks noGrp="1"/>
          </p:cNvSpPr>
          <p:nvPr/>
        </p:nvSpPr>
        <p:spPr>
          <a:xfrm>
            <a:off x="583890" y="1398935"/>
            <a:ext cx="3285571" cy="144017"/>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spc="0"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0" normalizeH="0" baseline="0" noProof="0" dirty="0">
                <a:ln>
                  <a:noFill/>
                </a:ln>
                <a:solidFill>
                  <a:schemeClr val="tx2"/>
                </a:solidFill>
                <a:effectLst/>
                <a:uLnTx/>
                <a:uFillTx/>
                <a:latin typeface="GE Inspira" pitchFamily="34" charset="0"/>
              </a:rPr>
              <a:t>1. Dormir et se lever de son lit</a:t>
            </a:r>
          </a:p>
        </p:txBody>
      </p:sp>
      <p:sp>
        <p:nvSpPr>
          <p:cNvPr id="12" name="Content Placeholder 5">
            <a:extLst>
              <a:ext uri="{FF2B5EF4-FFF2-40B4-BE49-F238E27FC236}">
                <a16:creationId xmlns:a16="http://schemas.microsoft.com/office/drawing/2014/main" id="{6ECC8850-BFA5-4EAB-8742-E9AD3ADB444B}"/>
              </a:ext>
            </a:extLst>
          </p:cNvPr>
          <p:cNvSpPr>
            <a:spLocks noGrp="1"/>
          </p:cNvSpPr>
          <p:nvPr/>
        </p:nvSpPr>
        <p:spPr>
          <a:xfrm>
            <a:off x="178105" y="1614959"/>
            <a:ext cx="1251992" cy="1584176"/>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 typeface="Arial" pitchFamily="34" charset="0"/>
              <a:buNone/>
              <a:defRPr sz="2800" kern="1200" spc="0" baseline="0">
                <a:solidFill>
                  <a:schemeClr val="tx1"/>
                </a:solidFill>
                <a:latin typeface="+mn-lt"/>
                <a:ea typeface="+mn-ea"/>
                <a:cs typeface="+mn-cs"/>
              </a:defRPr>
            </a:lvl1pPr>
            <a:lvl2pPr marL="203200" indent="-182563" algn="l" defTabSz="914400" rtl="0" eaLnBrk="1" latinLnBrk="0" hangingPunct="1">
              <a:lnSpc>
                <a:spcPct val="100000"/>
              </a:lnSpc>
              <a:spcBef>
                <a:spcPts val="1000"/>
              </a:spcBef>
              <a:buFont typeface="Arial" pitchFamily="34" charset="0"/>
              <a:buChar char="•"/>
              <a:defRPr sz="2000" kern="1200" spc="0">
                <a:solidFill>
                  <a:schemeClr val="tx1"/>
                </a:solidFill>
                <a:latin typeface="+mn-lt"/>
                <a:ea typeface="+mn-ea"/>
                <a:cs typeface="+mn-cs"/>
              </a:defRPr>
            </a:lvl2pPr>
            <a:lvl3pPr marL="400050" indent="-195263" algn="l" defTabSz="914400" rtl="0" eaLnBrk="1" latinLnBrk="0" hangingPunct="1">
              <a:lnSpc>
                <a:spcPct val="100000"/>
              </a:lnSpc>
              <a:spcBef>
                <a:spcPts val="800"/>
              </a:spcBef>
              <a:buFont typeface="GE Inspira Pitch" panose="020F0603030400020203" pitchFamily="34" charset="0"/>
              <a:buChar char="–"/>
              <a:defRPr sz="1800" kern="1200" spc="0">
                <a:solidFill>
                  <a:schemeClr val="tx1"/>
                </a:solidFill>
                <a:latin typeface="+mn-lt"/>
                <a:ea typeface="+mn-ea"/>
                <a:cs typeface="+mn-cs"/>
              </a:defRPr>
            </a:lvl3pPr>
            <a:lvl4pPr marL="555625" indent="-166688" algn="l" defTabSz="914400" rtl="0" eaLnBrk="1" latinLnBrk="0" hangingPunct="1">
              <a:lnSpc>
                <a:spcPct val="100000"/>
              </a:lnSpc>
              <a:spcBef>
                <a:spcPts val="600"/>
              </a:spcBef>
              <a:buFont typeface="Arial" pitchFamily="34" charset="0"/>
              <a:buChar char="•"/>
              <a:defRPr sz="1600" kern="1200" spc="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fr-FR" sz="1000" b="0" i="1" u="sng" strike="noStrike" kern="1200" cap="none" spc="0" normalizeH="0" baseline="0" noProof="0" dirty="0">
                <a:ln>
                  <a:noFill/>
                </a:ln>
                <a:solidFill>
                  <a:schemeClr val="tx1">
                    <a:lumMod val="75000"/>
                    <a:lumOff val="25000"/>
                  </a:schemeClr>
                </a:solidFill>
                <a:effectLst/>
                <a:uLnTx/>
                <a:uFillTx/>
                <a:latin typeface="GE Inspira" pitchFamily="34" charset="0"/>
              </a:rPr>
              <a:t>Dormir</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fr-FR" sz="1000" b="0" i="1" u="none" strike="noStrike" kern="1200" cap="none" spc="0" normalizeH="0" baseline="0" noProof="0" dirty="0">
                <a:ln>
                  <a:noFill/>
                </a:ln>
                <a:solidFill>
                  <a:schemeClr val="tx1">
                    <a:lumMod val="75000"/>
                    <a:lumOff val="25000"/>
                  </a:schemeClr>
                </a:solidFill>
                <a:effectLst/>
                <a:uLnTx/>
                <a:uFillTx/>
                <a:latin typeface="GE Inspira" pitchFamily="34" charset="0"/>
              </a:rPr>
              <a:t>Adoptez de préférence la </a:t>
            </a:r>
            <a:r>
              <a:rPr kumimoji="0" lang="fr-FR" sz="1000" b="0" i="1" u="none" strike="noStrike" kern="1200" cap="none" spc="0" normalizeH="0" noProof="0" dirty="0">
                <a:ln>
                  <a:noFill/>
                </a:ln>
                <a:solidFill>
                  <a:schemeClr val="tx1">
                    <a:lumMod val="75000"/>
                    <a:lumOff val="25000"/>
                  </a:schemeClr>
                </a:solidFill>
                <a:effectLst/>
                <a:uLnTx/>
                <a:uFillTx/>
                <a:latin typeface="GE Inspira" pitchFamily="34" charset="0"/>
              </a:rPr>
              <a:t> p</a:t>
            </a:r>
            <a:r>
              <a:rPr kumimoji="0" lang="fr-FR" sz="1000" b="0" i="1" u="none" strike="noStrike" kern="1200" cap="none" spc="0" normalizeH="0" baseline="0" noProof="0" dirty="0">
                <a:ln>
                  <a:noFill/>
                </a:ln>
                <a:solidFill>
                  <a:schemeClr val="tx1">
                    <a:lumMod val="75000"/>
                    <a:lumOff val="25000"/>
                  </a:schemeClr>
                </a:solidFill>
                <a:effectLst/>
                <a:uLnTx/>
                <a:uFillTx/>
                <a:latin typeface="GE Inspira" pitchFamily="34" charset="0"/>
              </a:rPr>
              <a:t>osition fœtale qui respecte la courbure du dos. Sinon dormez en position sur le dos plutôt que sur le ventre.</a:t>
            </a:r>
          </a:p>
        </p:txBody>
      </p:sp>
      <p:pic>
        <p:nvPicPr>
          <p:cNvPr id="13" name="Picture 5">
            <a:extLst>
              <a:ext uri="{FF2B5EF4-FFF2-40B4-BE49-F238E27FC236}">
                <a16:creationId xmlns:a16="http://schemas.microsoft.com/office/drawing/2014/main" id="{2634889F-96ED-4CE9-AA09-BB19152C7F1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42858"/>
          <a:stretch/>
        </p:blipFill>
        <p:spPr bwMode="auto">
          <a:xfrm>
            <a:off x="1471579" y="1623862"/>
            <a:ext cx="974023" cy="1155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Content Placeholder 5">
            <a:extLst>
              <a:ext uri="{FF2B5EF4-FFF2-40B4-BE49-F238E27FC236}">
                <a16:creationId xmlns:a16="http://schemas.microsoft.com/office/drawing/2014/main" id="{C9A71542-8BEC-4AD9-AA8A-E8E4FF40BDFC}"/>
              </a:ext>
            </a:extLst>
          </p:cNvPr>
          <p:cNvSpPr txBox="1">
            <a:spLocks/>
          </p:cNvSpPr>
          <p:nvPr/>
        </p:nvSpPr>
        <p:spPr>
          <a:xfrm>
            <a:off x="2487084" y="1614959"/>
            <a:ext cx="4283049" cy="540404"/>
          </a:xfrm>
          <a:prstGeom prst="rect">
            <a:avLst/>
          </a:prstGeom>
        </p:spPr>
        <p:txBody>
          <a:bodyPr vert="horz"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1" u="sng" strike="noStrike" kern="1200" cap="none" spc="0" normalizeH="0" baseline="0" noProof="0" dirty="0">
                <a:ln>
                  <a:noFill/>
                </a:ln>
                <a:solidFill>
                  <a:schemeClr val="tx1">
                    <a:lumMod val="75000"/>
                    <a:lumOff val="25000"/>
                  </a:schemeClr>
                </a:solidFill>
                <a:effectLst/>
                <a:uLnTx/>
                <a:uFillTx/>
                <a:latin typeface="GE Inspira" pitchFamily="34" charset="0"/>
              </a:rPr>
              <a:t>Se lever de son lit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1200" cap="none" spc="0" normalizeH="0" baseline="0" noProof="0" dirty="0">
                <a:ln>
                  <a:noFill/>
                </a:ln>
                <a:solidFill>
                  <a:schemeClr val="tx1">
                    <a:lumMod val="75000"/>
                    <a:lumOff val="25000"/>
                  </a:schemeClr>
                </a:solidFill>
                <a:effectLst/>
                <a:uLnTx/>
                <a:uFillTx/>
                <a:latin typeface="GE Inspira" pitchFamily="34" charset="0"/>
              </a:rPr>
              <a:t>Relevez-vous en sortant les 2 jambes du lit et en vous relavant sur le côté avec les abdominaux, dos droit.</a:t>
            </a:r>
          </a:p>
        </p:txBody>
      </p:sp>
      <p:pic>
        <p:nvPicPr>
          <p:cNvPr id="15" name="Picture 7">
            <a:extLst>
              <a:ext uri="{FF2B5EF4-FFF2-40B4-BE49-F238E27FC236}">
                <a16:creationId xmlns:a16="http://schemas.microsoft.com/office/drawing/2014/main" id="{5F19C629-960F-4720-B116-0B8ECAE97482}"/>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356"/>
          <a:stretch/>
        </p:blipFill>
        <p:spPr bwMode="auto">
          <a:xfrm>
            <a:off x="4405938" y="1979621"/>
            <a:ext cx="1581395" cy="800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8">
            <a:extLst>
              <a:ext uri="{FF2B5EF4-FFF2-40B4-BE49-F238E27FC236}">
                <a16:creationId xmlns:a16="http://schemas.microsoft.com/office/drawing/2014/main" id="{8A71F51E-3AAE-4AEF-BFF8-17E4C532F8CF}"/>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0760" t="8790" r="11439" b="12948"/>
          <a:stretch/>
        </p:blipFill>
        <p:spPr bwMode="auto">
          <a:xfrm>
            <a:off x="5062316" y="2246649"/>
            <a:ext cx="234046" cy="221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ounded Rectangle 22">
            <a:extLst>
              <a:ext uri="{FF2B5EF4-FFF2-40B4-BE49-F238E27FC236}">
                <a16:creationId xmlns:a16="http://schemas.microsoft.com/office/drawing/2014/main" id="{0E6EA1D9-7A1A-42EC-A230-2FAD1D12218D}"/>
              </a:ext>
            </a:extLst>
          </p:cNvPr>
          <p:cNvSpPr/>
          <p:nvPr/>
        </p:nvSpPr>
        <p:spPr>
          <a:xfrm>
            <a:off x="74654" y="1384783"/>
            <a:ext cx="6682266" cy="1455299"/>
          </a:xfrm>
          <a:prstGeom prst="round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GE Inspira" pitchFamily="34" charset="0"/>
            </a:endParaRPr>
          </a:p>
        </p:txBody>
      </p:sp>
      <p:pic>
        <p:nvPicPr>
          <p:cNvPr id="18" name="Picture 6">
            <a:extLst>
              <a:ext uri="{FF2B5EF4-FFF2-40B4-BE49-F238E27FC236}">
                <a16:creationId xmlns:a16="http://schemas.microsoft.com/office/drawing/2014/main" id="{6C5B2811-D5D5-4174-8CA0-6C497A04127D}"/>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6151" t="7143" r="6349" b="15934"/>
          <a:stretch/>
        </p:blipFill>
        <p:spPr bwMode="auto">
          <a:xfrm>
            <a:off x="3448840" y="2193857"/>
            <a:ext cx="279509" cy="26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11">
            <a:extLst>
              <a:ext uri="{FF2B5EF4-FFF2-40B4-BE49-F238E27FC236}">
                <a16:creationId xmlns:a16="http://schemas.microsoft.com/office/drawing/2014/main" id="{E1978016-964D-43F5-B94B-0BA4A0B1A91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62316" y="3300697"/>
            <a:ext cx="1552734" cy="974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Title 4">
            <a:extLst>
              <a:ext uri="{FF2B5EF4-FFF2-40B4-BE49-F238E27FC236}">
                <a16:creationId xmlns:a16="http://schemas.microsoft.com/office/drawing/2014/main" id="{363CFB3F-D34E-4A99-A8FD-1B42735D952C}"/>
              </a:ext>
            </a:extLst>
          </p:cNvPr>
          <p:cNvSpPr>
            <a:spLocks noGrp="1"/>
          </p:cNvSpPr>
          <p:nvPr/>
        </p:nvSpPr>
        <p:spPr>
          <a:xfrm>
            <a:off x="574060" y="2925514"/>
            <a:ext cx="2739170" cy="303806"/>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spc="0" baseline="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0" normalizeH="0" baseline="0" noProof="0" dirty="0">
                <a:ln>
                  <a:noFill/>
                </a:ln>
                <a:solidFill>
                  <a:schemeClr val="tx2"/>
                </a:solidFill>
                <a:effectLst/>
                <a:uLnTx/>
                <a:uFillTx/>
                <a:latin typeface="GE Inspira" pitchFamily="34" charset="0"/>
              </a:rPr>
              <a:t>2. S’assoir et Se lever d’une chaise</a:t>
            </a:r>
          </a:p>
        </p:txBody>
      </p:sp>
      <p:sp>
        <p:nvSpPr>
          <p:cNvPr id="24" name="Content Placeholder 5">
            <a:extLst>
              <a:ext uri="{FF2B5EF4-FFF2-40B4-BE49-F238E27FC236}">
                <a16:creationId xmlns:a16="http://schemas.microsoft.com/office/drawing/2014/main" id="{57C678D0-BCBF-44E2-9608-B19D4C8863F0}"/>
              </a:ext>
            </a:extLst>
          </p:cNvPr>
          <p:cNvSpPr>
            <a:spLocks noGrp="1"/>
          </p:cNvSpPr>
          <p:nvPr/>
        </p:nvSpPr>
        <p:spPr>
          <a:xfrm>
            <a:off x="272419" y="3247133"/>
            <a:ext cx="2791451" cy="743169"/>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 typeface="Arial" pitchFamily="34" charset="0"/>
              <a:buNone/>
              <a:defRPr sz="2800" kern="1200" spc="0" baseline="0">
                <a:solidFill>
                  <a:schemeClr val="tx1"/>
                </a:solidFill>
                <a:latin typeface="+mn-lt"/>
                <a:ea typeface="+mn-ea"/>
                <a:cs typeface="+mn-cs"/>
              </a:defRPr>
            </a:lvl1pPr>
            <a:lvl2pPr marL="203200" indent="-182563" algn="l" defTabSz="914400" rtl="0" eaLnBrk="1" latinLnBrk="0" hangingPunct="1">
              <a:lnSpc>
                <a:spcPct val="100000"/>
              </a:lnSpc>
              <a:spcBef>
                <a:spcPts val="1000"/>
              </a:spcBef>
              <a:buFont typeface="Arial" pitchFamily="34" charset="0"/>
              <a:buChar char="•"/>
              <a:defRPr sz="2000" kern="1200" spc="0">
                <a:solidFill>
                  <a:schemeClr val="tx1"/>
                </a:solidFill>
                <a:latin typeface="+mn-lt"/>
                <a:ea typeface="+mn-ea"/>
                <a:cs typeface="+mn-cs"/>
              </a:defRPr>
            </a:lvl2pPr>
            <a:lvl3pPr marL="400050" indent="-195263" algn="l" defTabSz="914400" rtl="0" eaLnBrk="1" latinLnBrk="0" hangingPunct="1">
              <a:lnSpc>
                <a:spcPct val="100000"/>
              </a:lnSpc>
              <a:spcBef>
                <a:spcPts val="800"/>
              </a:spcBef>
              <a:buFont typeface="GE Inspira Pitch" panose="020F0603030400020203" pitchFamily="34" charset="0"/>
              <a:buChar char="–"/>
              <a:defRPr sz="1800" kern="1200" spc="0">
                <a:solidFill>
                  <a:schemeClr val="tx1"/>
                </a:solidFill>
                <a:latin typeface="+mn-lt"/>
                <a:ea typeface="+mn-ea"/>
                <a:cs typeface="+mn-cs"/>
              </a:defRPr>
            </a:lvl3pPr>
            <a:lvl4pPr marL="555625" indent="-166688" algn="l" defTabSz="914400" rtl="0" eaLnBrk="1" latinLnBrk="0" hangingPunct="1">
              <a:lnSpc>
                <a:spcPct val="100000"/>
              </a:lnSpc>
              <a:spcBef>
                <a:spcPts val="600"/>
              </a:spcBef>
              <a:buFont typeface="Arial" pitchFamily="34" charset="0"/>
              <a:buChar char="•"/>
              <a:defRPr sz="1600" kern="1200" spc="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fr-FR" sz="1000" b="0" i="1" u="none" strike="noStrike" kern="1200" cap="none" spc="0" normalizeH="0" baseline="0" noProof="0" dirty="0">
                <a:ln>
                  <a:noFill/>
                </a:ln>
                <a:solidFill>
                  <a:schemeClr val="tx1">
                    <a:lumMod val="75000"/>
                    <a:lumOff val="25000"/>
                  </a:schemeClr>
                </a:solidFill>
                <a:effectLst/>
                <a:uLnTx/>
                <a:uFillTx/>
                <a:latin typeface="GE Inspira" pitchFamily="34" charset="0"/>
              </a:rPr>
              <a:t>Amenez les pieds sous le siège (ou sur les côtés).</a:t>
            </a:r>
            <a:br>
              <a:rPr kumimoji="0" lang="fr-FR" sz="1000" b="0" i="1" u="none" strike="noStrike" kern="1200" cap="none" spc="0" normalizeH="0" baseline="0" noProof="0" dirty="0">
                <a:ln>
                  <a:noFill/>
                </a:ln>
                <a:solidFill>
                  <a:schemeClr val="tx1">
                    <a:lumMod val="75000"/>
                    <a:lumOff val="25000"/>
                  </a:schemeClr>
                </a:solidFill>
                <a:effectLst/>
                <a:uLnTx/>
                <a:uFillTx/>
                <a:latin typeface="GE Inspira" pitchFamily="34" charset="0"/>
              </a:rPr>
            </a:br>
            <a:r>
              <a:rPr kumimoji="0" lang="fr-FR" sz="1000" b="0" i="1" u="none" strike="noStrike" kern="1200" cap="none" spc="0" normalizeH="0" baseline="0" noProof="0" dirty="0">
                <a:ln>
                  <a:noFill/>
                </a:ln>
                <a:solidFill>
                  <a:schemeClr val="tx1">
                    <a:lumMod val="75000"/>
                    <a:lumOff val="25000"/>
                  </a:schemeClr>
                </a:solidFill>
                <a:effectLst/>
                <a:uLnTx/>
                <a:uFillTx/>
                <a:latin typeface="GE Inspira" pitchFamily="34" charset="0"/>
              </a:rPr>
              <a:t>Main sur les genou ou le siège, inclinez le tronc vers l'avant en gardant le dos bien droit.</a:t>
            </a:r>
            <a:br>
              <a:rPr kumimoji="0" lang="fr-FR" sz="1000" b="0" i="1" u="none" strike="noStrike" kern="1200" cap="none" spc="0" normalizeH="0" baseline="0" noProof="0" dirty="0">
                <a:ln>
                  <a:noFill/>
                </a:ln>
                <a:solidFill>
                  <a:schemeClr val="tx1">
                    <a:lumMod val="75000"/>
                    <a:lumOff val="25000"/>
                  </a:schemeClr>
                </a:solidFill>
                <a:effectLst/>
                <a:uLnTx/>
                <a:uFillTx/>
                <a:latin typeface="GE Inspira" pitchFamily="34" charset="0"/>
              </a:rPr>
            </a:br>
            <a:r>
              <a:rPr kumimoji="0" lang="fr-FR" sz="1000" b="0" i="1" u="none" strike="noStrike" kern="1200" cap="none" spc="0" normalizeH="0" baseline="0" noProof="0" dirty="0">
                <a:ln>
                  <a:noFill/>
                </a:ln>
                <a:solidFill>
                  <a:schemeClr val="tx1">
                    <a:lumMod val="75000"/>
                    <a:lumOff val="25000"/>
                  </a:schemeClr>
                </a:solidFill>
                <a:effectLst/>
                <a:uLnTx/>
                <a:uFillTx/>
                <a:latin typeface="GE Inspira" pitchFamily="34" charset="0"/>
              </a:rPr>
              <a:t>Quand les épaules sont au-dessus des pieds , </a:t>
            </a:r>
            <a:r>
              <a:rPr lang="fr-FR" sz="1000" i="1" dirty="0">
                <a:solidFill>
                  <a:schemeClr val="tx1">
                    <a:lumMod val="75000"/>
                    <a:lumOff val="25000"/>
                  </a:schemeClr>
                </a:solidFill>
                <a:latin typeface="GE Inspira" pitchFamily="34" charset="0"/>
              </a:rPr>
              <a:t>r</a:t>
            </a:r>
            <a:r>
              <a:rPr kumimoji="0" lang="fr-FR" sz="1000" b="0" i="1" u="none" strike="noStrike" kern="1200" cap="none" spc="0" normalizeH="0" baseline="0" noProof="0" dirty="0" err="1">
                <a:ln>
                  <a:noFill/>
                </a:ln>
                <a:solidFill>
                  <a:schemeClr val="tx1">
                    <a:lumMod val="75000"/>
                    <a:lumOff val="25000"/>
                  </a:schemeClr>
                </a:solidFill>
                <a:effectLst/>
                <a:uLnTx/>
                <a:uFillTx/>
                <a:latin typeface="GE Inspira" pitchFamily="34" charset="0"/>
              </a:rPr>
              <a:t>elevez</a:t>
            </a:r>
            <a:r>
              <a:rPr kumimoji="0" lang="fr-FR" sz="1000" b="0" i="1" u="none" strike="noStrike" kern="1200" cap="none" spc="0" normalizeH="0" baseline="0" noProof="0" dirty="0">
                <a:ln>
                  <a:noFill/>
                </a:ln>
                <a:solidFill>
                  <a:schemeClr val="tx1">
                    <a:lumMod val="75000"/>
                    <a:lumOff val="25000"/>
                  </a:schemeClr>
                </a:solidFill>
                <a:effectLst/>
                <a:uLnTx/>
                <a:uFillTx/>
                <a:latin typeface="GE Inspira" pitchFamily="34" charset="0"/>
              </a:rPr>
              <a:t>-vous par l'action des jambes.</a:t>
            </a:r>
          </a:p>
          <a:p>
            <a:pPr lvl="0">
              <a:spcBef>
                <a:spcPts val="0"/>
              </a:spcBef>
              <a:defRPr/>
            </a:pPr>
            <a:r>
              <a:rPr lang="fr-FR" sz="1000" i="1" dirty="0">
                <a:solidFill>
                  <a:schemeClr val="tx1">
                    <a:lumMod val="75000"/>
                    <a:lumOff val="25000"/>
                  </a:schemeClr>
                </a:solidFill>
                <a:latin typeface="GE Inspira" pitchFamily="34" charset="0"/>
              </a:rPr>
              <a:t>Faites les mouvements en sens  inverse pour vous assoir.</a:t>
            </a:r>
            <a:endParaRPr kumimoji="0" lang="fr-FR" sz="1000" b="0" i="1" u="none" strike="noStrike" kern="1200" cap="none" spc="0" normalizeH="0" baseline="0" noProof="0" dirty="0">
              <a:ln>
                <a:noFill/>
              </a:ln>
              <a:solidFill>
                <a:schemeClr val="tx1">
                  <a:lumMod val="75000"/>
                  <a:lumOff val="25000"/>
                </a:schemeClr>
              </a:solidFill>
              <a:effectLst/>
              <a:uLnTx/>
              <a:uFillTx/>
              <a:latin typeface="GE Inspira" pitchFamily="34" charset="0"/>
            </a:endParaRPr>
          </a:p>
        </p:txBody>
      </p:sp>
      <p:pic>
        <p:nvPicPr>
          <p:cNvPr id="25" name="Picture 12">
            <a:extLst>
              <a:ext uri="{FF2B5EF4-FFF2-40B4-BE49-F238E27FC236}">
                <a16:creationId xmlns:a16="http://schemas.microsoft.com/office/drawing/2014/main" id="{33924D78-FB9E-45C9-92DB-087808E1918B}"/>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088276" y="3357769"/>
            <a:ext cx="629015" cy="869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 name="Picture 13">
            <a:extLst>
              <a:ext uri="{FF2B5EF4-FFF2-40B4-BE49-F238E27FC236}">
                <a16:creationId xmlns:a16="http://schemas.microsoft.com/office/drawing/2014/main" id="{4A0A6B01-85DB-4FCD-9191-732750628740}"/>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0760" t="8790" r="11439" b="12948"/>
          <a:stretch/>
        </p:blipFill>
        <p:spPr bwMode="auto">
          <a:xfrm>
            <a:off x="4268496" y="3064424"/>
            <a:ext cx="168562" cy="159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Rounded Rectangle 23">
            <a:extLst>
              <a:ext uri="{FF2B5EF4-FFF2-40B4-BE49-F238E27FC236}">
                <a16:creationId xmlns:a16="http://schemas.microsoft.com/office/drawing/2014/main" id="{CD697EE1-7713-4124-8052-6B2922BFE352}"/>
              </a:ext>
            </a:extLst>
          </p:cNvPr>
          <p:cNvSpPr/>
          <p:nvPr/>
        </p:nvSpPr>
        <p:spPr>
          <a:xfrm>
            <a:off x="87867" y="2915816"/>
            <a:ext cx="6682266" cy="1427393"/>
          </a:xfrm>
          <a:prstGeom prst="round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GE Inspira" pitchFamily="34" charset="0"/>
            </a:endParaRPr>
          </a:p>
        </p:txBody>
      </p:sp>
      <p:pic>
        <p:nvPicPr>
          <p:cNvPr id="28" name="Picture 4">
            <a:extLst>
              <a:ext uri="{FF2B5EF4-FFF2-40B4-BE49-F238E27FC236}">
                <a16:creationId xmlns:a16="http://schemas.microsoft.com/office/drawing/2014/main" id="{DD093D09-B3FA-4244-9F5C-B898FA0BFFF8}"/>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275569" y="3321429"/>
            <a:ext cx="624008" cy="903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6">
            <a:extLst>
              <a:ext uri="{FF2B5EF4-FFF2-40B4-BE49-F238E27FC236}">
                <a16:creationId xmlns:a16="http://schemas.microsoft.com/office/drawing/2014/main" id="{E137C1A5-C1E8-4640-967A-0735FCDC35E4}"/>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6151" t="7143" r="6349" b="15934"/>
          <a:stretch/>
        </p:blipFill>
        <p:spPr bwMode="auto">
          <a:xfrm>
            <a:off x="3473178" y="2974828"/>
            <a:ext cx="279509" cy="26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 name="Picture 2">
            <a:extLst>
              <a:ext uri="{FF2B5EF4-FFF2-40B4-BE49-F238E27FC236}">
                <a16:creationId xmlns:a16="http://schemas.microsoft.com/office/drawing/2014/main" id="{BE3034C9-11AF-4648-8C31-B34AE6A86CB0}"/>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255819" y="4733286"/>
            <a:ext cx="606395" cy="798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Title 4">
            <a:extLst>
              <a:ext uri="{FF2B5EF4-FFF2-40B4-BE49-F238E27FC236}">
                <a16:creationId xmlns:a16="http://schemas.microsoft.com/office/drawing/2014/main" id="{8BAB562F-C815-457D-8EDD-EBD7B3638EB3}"/>
              </a:ext>
            </a:extLst>
          </p:cNvPr>
          <p:cNvSpPr txBox="1">
            <a:spLocks/>
          </p:cNvSpPr>
          <p:nvPr/>
        </p:nvSpPr>
        <p:spPr>
          <a:xfrm>
            <a:off x="553341" y="4435999"/>
            <a:ext cx="3634493" cy="20069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spc="0" baseline="0">
                <a:solidFill>
                  <a:schemeClr val="tx1"/>
                </a:solidFill>
                <a:latin typeface="+mj-lt"/>
                <a:ea typeface="+mj-ea"/>
                <a:cs typeface="+mj-cs"/>
              </a:defRPr>
            </a:lvl1pPr>
          </a:lstStyle>
          <a:p>
            <a:pPr marL="457200" indent="-457200"/>
            <a:r>
              <a:rPr lang="fr-FR" sz="1400" b="1" dirty="0">
                <a:solidFill>
                  <a:schemeClr val="tx2"/>
                </a:solidFill>
                <a:latin typeface="GE Inspira" pitchFamily="34" charset="0"/>
              </a:rPr>
              <a:t>3. Enlever ou mettre ses chaussures</a:t>
            </a:r>
          </a:p>
        </p:txBody>
      </p:sp>
      <p:sp>
        <p:nvSpPr>
          <p:cNvPr id="32" name="Content Placeholder 5">
            <a:extLst>
              <a:ext uri="{FF2B5EF4-FFF2-40B4-BE49-F238E27FC236}">
                <a16:creationId xmlns:a16="http://schemas.microsoft.com/office/drawing/2014/main" id="{75132B0F-422A-4148-BD70-9D1FD93B2DEE}"/>
              </a:ext>
            </a:extLst>
          </p:cNvPr>
          <p:cNvSpPr txBox="1">
            <a:spLocks/>
          </p:cNvSpPr>
          <p:nvPr/>
        </p:nvSpPr>
        <p:spPr>
          <a:xfrm>
            <a:off x="193516" y="4744280"/>
            <a:ext cx="1722123" cy="378334"/>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 typeface="Arial" pitchFamily="34" charset="0"/>
              <a:buNone/>
              <a:defRPr sz="2800" kern="1200" spc="0" baseline="0">
                <a:solidFill>
                  <a:schemeClr val="tx1"/>
                </a:solidFill>
                <a:latin typeface="+mn-lt"/>
                <a:ea typeface="+mn-ea"/>
                <a:cs typeface="+mn-cs"/>
              </a:defRPr>
            </a:lvl1pPr>
            <a:lvl2pPr marL="203200" indent="-182563" algn="l" defTabSz="914400" rtl="0" eaLnBrk="1" latinLnBrk="0" hangingPunct="1">
              <a:lnSpc>
                <a:spcPct val="100000"/>
              </a:lnSpc>
              <a:spcBef>
                <a:spcPts val="1000"/>
              </a:spcBef>
              <a:buFont typeface="Arial" pitchFamily="34" charset="0"/>
              <a:buChar char="•"/>
              <a:defRPr sz="2000" kern="1200" spc="0">
                <a:solidFill>
                  <a:schemeClr val="tx1"/>
                </a:solidFill>
                <a:latin typeface="+mn-lt"/>
                <a:ea typeface="+mn-ea"/>
                <a:cs typeface="+mn-cs"/>
              </a:defRPr>
            </a:lvl2pPr>
            <a:lvl3pPr marL="400050" indent="-195263" algn="l" defTabSz="914400" rtl="0" eaLnBrk="1" latinLnBrk="0" hangingPunct="1">
              <a:lnSpc>
                <a:spcPct val="100000"/>
              </a:lnSpc>
              <a:spcBef>
                <a:spcPts val="800"/>
              </a:spcBef>
              <a:buFont typeface="GE Inspira Pitch" panose="020F0603030400020203" pitchFamily="34" charset="0"/>
              <a:buChar char="–"/>
              <a:defRPr sz="1800" kern="1200" spc="0">
                <a:solidFill>
                  <a:schemeClr val="tx1"/>
                </a:solidFill>
                <a:latin typeface="+mn-lt"/>
                <a:ea typeface="+mn-ea"/>
                <a:cs typeface="+mn-cs"/>
              </a:defRPr>
            </a:lvl3pPr>
            <a:lvl4pPr marL="555625" indent="-166688" algn="l" defTabSz="914400" rtl="0" eaLnBrk="1" latinLnBrk="0" hangingPunct="1">
              <a:lnSpc>
                <a:spcPct val="100000"/>
              </a:lnSpc>
              <a:spcBef>
                <a:spcPts val="600"/>
              </a:spcBef>
              <a:buFont typeface="Arial" pitchFamily="34" charset="0"/>
              <a:buChar char="•"/>
              <a:defRPr sz="1600" kern="1200" spc="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fr-FR" sz="1000" i="1" dirty="0">
                <a:latin typeface="GE Inspira" pitchFamily="34" charset="0"/>
              </a:rPr>
              <a:t>Posez un genou au sol et baissez-vous quand vous nouez vos lacets. </a:t>
            </a:r>
          </a:p>
          <a:p>
            <a:pPr>
              <a:spcBef>
                <a:spcPts val="0"/>
              </a:spcBef>
            </a:pPr>
            <a:r>
              <a:rPr lang="fr-FR" sz="1000" i="1" dirty="0">
                <a:latin typeface="GE Inspira" pitchFamily="34" charset="0"/>
              </a:rPr>
              <a:t>Ne courbez pas le dos.</a:t>
            </a:r>
          </a:p>
        </p:txBody>
      </p:sp>
      <p:pic>
        <p:nvPicPr>
          <p:cNvPr id="33" name="Picture 16">
            <a:extLst>
              <a:ext uri="{FF2B5EF4-FFF2-40B4-BE49-F238E27FC236}">
                <a16:creationId xmlns:a16="http://schemas.microsoft.com/office/drawing/2014/main" id="{EEF405C5-CBE6-47D6-BDB8-F920FB228D4A}"/>
              </a:ext>
            </a:extLst>
          </p:cNvPr>
          <p:cNvPicPr>
            <a:picLocks noChangeAspect="1"/>
          </p:cNvPicPr>
          <p:nvPr/>
        </p:nvPicPr>
        <p:blipFill>
          <a:blip r:embed="rId12"/>
          <a:stretch>
            <a:fillRect/>
          </a:stretch>
        </p:blipFill>
        <p:spPr>
          <a:xfrm>
            <a:off x="4618649" y="4771443"/>
            <a:ext cx="520330" cy="720053"/>
          </a:xfrm>
          <a:prstGeom prst="rect">
            <a:avLst/>
          </a:prstGeom>
        </p:spPr>
      </p:pic>
      <p:pic>
        <p:nvPicPr>
          <p:cNvPr id="34" name="Picture 3">
            <a:extLst>
              <a:ext uri="{FF2B5EF4-FFF2-40B4-BE49-F238E27FC236}">
                <a16:creationId xmlns:a16="http://schemas.microsoft.com/office/drawing/2014/main" id="{0F9A0DDD-3C56-45CA-804B-39774C017691}"/>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6087084" y="4710972"/>
            <a:ext cx="606395" cy="72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 name="Picture 19">
            <a:extLst>
              <a:ext uri="{FF2B5EF4-FFF2-40B4-BE49-F238E27FC236}">
                <a16:creationId xmlns:a16="http://schemas.microsoft.com/office/drawing/2014/main" id="{061AD8E3-4009-4015-8043-7F7D605E28A8}"/>
              </a:ext>
            </a:extLst>
          </p:cNvPr>
          <p:cNvPicPr>
            <a:picLocks noChangeAspect="1"/>
          </p:cNvPicPr>
          <p:nvPr/>
        </p:nvPicPr>
        <p:blipFill>
          <a:blip r:embed="rId14">
            <a:extLst>
              <a:ext uri="{BEBA8EAE-BF5A-486C-A8C5-ECC9F3942E4B}">
                <a14:imgProps xmlns:a14="http://schemas.microsoft.com/office/drawing/2010/main">
                  <a14:imgLayer r:embed="rId15">
                    <a14:imgEffect>
                      <a14:saturation sat="200000"/>
                    </a14:imgEffect>
                  </a14:imgLayer>
                </a14:imgProps>
              </a:ext>
            </a:extLst>
          </a:blip>
          <a:stretch>
            <a:fillRect/>
          </a:stretch>
        </p:blipFill>
        <p:spPr>
          <a:xfrm>
            <a:off x="1925707" y="4677706"/>
            <a:ext cx="798762" cy="851512"/>
          </a:xfrm>
          <a:prstGeom prst="rect">
            <a:avLst/>
          </a:prstGeom>
        </p:spPr>
      </p:pic>
      <p:pic>
        <p:nvPicPr>
          <p:cNvPr id="37" name="Picture 3">
            <a:extLst>
              <a:ext uri="{FF2B5EF4-FFF2-40B4-BE49-F238E27FC236}">
                <a16:creationId xmlns:a16="http://schemas.microsoft.com/office/drawing/2014/main" id="{B139C767-1E5F-42B7-9CA1-CCAA8BEB41D6}"/>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2831909" y="4817527"/>
            <a:ext cx="700131" cy="762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 name="Picture 2">
            <a:extLst>
              <a:ext uri="{FF2B5EF4-FFF2-40B4-BE49-F238E27FC236}">
                <a16:creationId xmlns:a16="http://schemas.microsoft.com/office/drawing/2014/main" id="{73AB9049-F371-4CF3-B517-5B9E8BD6DD59}"/>
              </a:ext>
            </a:extLst>
          </p:cNvPr>
          <p:cNvPicPr>
            <a:picLocks noChangeAspect="1" noChangeArrowheads="1"/>
          </p:cNvPicPr>
          <p:nvPr/>
        </p:nvPicPr>
        <p:blipFill rotWithShape="1">
          <a:blip r:embed="rId17" cstate="print">
            <a:extLst>
              <a:ext uri="{28A0092B-C50C-407E-A947-70E740481C1C}">
                <a14:useLocalDpi xmlns:a14="http://schemas.microsoft.com/office/drawing/2010/main" val="0"/>
              </a:ext>
            </a:extLst>
          </a:blip>
          <a:srcRect l="46041"/>
          <a:stretch/>
        </p:blipFill>
        <p:spPr bwMode="auto">
          <a:xfrm>
            <a:off x="3657971" y="4703174"/>
            <a:ext cx="808802" cy="797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 name="Rounded Rectangle 24">
            <a:extLst>
              <a:ext uri="{FF2B5EF4-FFF2-40B4-BE49-F238E27FC236}">
                <a16:creationId xmlns:a16="http://schemas.microsoft.com/office/drawing/2014/main" id="{DABBF4F0-8FC2-4D6A-AB87-2A040DAC612A}"/>
              </a:ext>
            </a:extLst>
          </p:cNvPr>
          <p:cNvSpPr/>
          <p:nvPr/>
        </p:nvSpPr>
        <p:spPr>
          <a:xfrm>
            <a:off x="93417" y="4418162"/>
            <a:ext cx="6676716" cy="1161950"/>
          </a:xfrm>
          <a:prstGeom prst="round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GE Inspira" pitchFamily="34" charset="0"/>
            </a:endParaRPr>
          </a:p>
        </p:txBody>
      </p:sp>
      <p:pic>
        <p:nvPicPr>
          <p:cNvPr id="42" name="Picture 2">
            <a:extLst>
              <a:ext uri="{FF2B5EF4-FFF2-40B4-BE49-F238E27FC236}">
                <a16:creationId xmlns:a16="http://schemas.microsoft.com/office/drawing/2014/main" id="{8AFEDB64-B13B-4520-B456-AB05079F26DF}"/>
              </a:ext>
            </a:extLst>
          </p:cNvPr>
          <p:cNvPicPr>
            <a:picLocks noChangeAspect="1" noChangeArrowheads="1"/>
          </p:cNvPicPr>
          <p:nvPr/>
        </p:nvPicPr>
        <p:blipFill rotWithShape="1">
          <a:blip r:embed="rId18" cstate="print">
            <a:extLst>
              <a:ext uri="{28A0092B-C50C-407E-A947-70E740481C1C}">
                <a14:useLocalDpi xmlns:a14="http://schemas.microsoft.com/office/drawing/2010/main" val="0"/>
              </a:ext>
            </a:extLst>
          </a:blip>
          <a:srcRect t="20270" r="59031"/>
          <a:stretch/>
        </p:blipFill>
        <p:spPr bwMode="auto">
          <a:xfrm>
            <a:off x="4652316" y="6099654"/>
            <a:ext cx="586800" cy="750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 name="Picture 2">
            <a:extLst>
              <a:ext uri="{FF2B5EF4-FFF2-40B4-BE49-F238E27FC236}">
                <a16:creationId xmlns:a16="http://schemas.microsoft.com/office/drawing/2014/main" id="{AD9822A1-A945-4789-8FD4-B525B52561BE}"/>
              </a:ext>
            </a:extLst>
          </p:cNvPr>
          <p:cNvPicPr>
            <a:picLocks noChangeAspect="1" noChangeArrowheads="1"/>
          </p:cNvPicPr>
          <p:nvPr/>
        </p:nvPicPr>
        <p:blipFill rotWithShape="1">
          <a:blip r:embed="rId18" cstate="print">
            <a:extLst>
              <a:ext uri="{28A0092B-C50C-407E-A947-70E740481C1C}">
                <a14:useLocalDpi xmlns:a14="http://schemas.microsoft.com/office/drawing/2010/main" val="0"/>
              </a:ext>
            </a:extLst>
          </a:blip>
          <a:srcRect l="56549"/>
          <a:stretch/>
        </p:blipFill>
        <p:spPr bwMode="auto">
          <a:xfrm>
            <a:off x="5239116" y="6094465"/>
            <a:ext cx="591791" cy="894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 name="Title 4">
            <a:extLst>
              <a:ext uri="{FF2B5EF4-FFF2-40B4-BE49-F238E27FC236}">
                <a16:creationId xmlns:a16="http://schemas.microsoft.com/office/drawing/2014/main" id="{DFCD529C-6398-4829-911E-9686A2E85801}"/>
              </a:ext>
            </a:extLst>
          </p:cNvPr>
          <p:cNvSpPr txBox="1">
            <a:spLocks/>
          </p:cNvSpPr>
          <p:nvPr/>
        </p:nvSpPr>
        <p:spPr>
          <a:xfrm>
            <a:off x="485098" y="5663312"/>
            <a:ext cx="2448271" cy="201641"/>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457200" indent="-457200" algn="l"/>
            <a:r>
              <a:rPr lang="fr-FR" sz="1400" b="1" dirty="0">
                <a:solidFill>
                  <a:schemeClr val="tx2"/>
                </a:solidFill>
                <a:latin typeface="GE Inspira" pitchFamily="34" charset="0"/>
              </a:rPr>
              <a:t>4. Ramasser un objet au sol</a:t>
            </a:r>
          </a:p>
        </p:txBody>
      </p:sp>
      <p:sp>
        <p:nvSpPr>
          <p:cNvPr id="45" name="Content Placeholder 5">
            <a:extLst>
              <a:ext uri="{FF2B5EF4-FFF2-40B4-BE49-F238E27FC236}">
                <a16:creationId xmlns:a16="http://schemas.microsoft.com/office/drawing/2014/main" id="{514DFD65-5EC7-42E9-B25B-F546BBAE3499}"/>
              </a:ext>
            </a:extLst>
          </p:cNvPr>
          <p:cNvSpPr txBox="1">
            <a:spLocks/>
          </p:cNvSpPr>
          <p:nvPr/>
        </p:nvSpPr>
        <p:spPr>
          <a:xfrm>
            <a:off x="182900" y="5901400"/>
            <a:ext cx="2448271" cy="615531"/>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spcBef>
                <a:spcPts val="0"/>
              </a:spcBef>
            </a:pPr>
            <a:r>
              <a:rPr lang="fr-FR" sz="1000" i="1" dirty="0">
                <a:solidFill>
                  <a:schemeClr val="tx1"/>
                </a:solidFill>
                <a:latin typeface="GE Inspira" pitchFamily="34" charset="0"/>
              </a:rPr>
              <a:t>Rapprochez vous le plus de l’objet et encadrez le avec les pieds si c’est possible. </a:t>
            </a:r>
          </a:p>
          <a:p>
            <a:pPr algn="l">
              <a:spcBef>
                <a:spcPts val="0"/>
              </a:spcBef>
            </a:pPr>
            <a:r>
              <a:rPr lang="fr-FR" sz="1000" i="1" dirty="0">
                <a:solidFill>
                  <a:schemeClr val="tx1"/>
                </a:solidFill>
                <a:latin typeface="GE Inspira" pitchFamily="34" charset="0"/>
              </a:rPr>
              <a:t>Pliez les genoux en poussant les fesses vers l’arrière et surtout gardez le buste bien droit! Faites travailler vos hanches et vos cuisses.</a:t>
            </a:r>
            <a:endParaRPr lang="fr-FR" sz="1000" dirty="0">
              <a:solidFill>
                <a:schemeClr val="tx1"/>
              </a:solidFill>
              <a:latin typeface="GE Inspira" pitchFamily="34" charset="0"/>
            </a:endParaRPr>
          </a:p>
        </p:txBody>
      </p:sp>
      <p:pic>
        <p:nvPicPr>
          <p:cNvPr id="46" name="Picture 3">
            <a:extLst>
              <a:ext uri="{FF2B5EF4-FFF2-40B4-BE49-F238E27FC236}">
                <a16:creationId xmlns:a16="http://schemas.microsoft.com/office/drawing/2014/main" id="{4B756AEC-C07E-4D0D-9468-8BD7FF1DD624}"/>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5954228" y="6156176"/>
            <a:ext cx="606395" cy="682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 name="Picture 4">
            <a:extLst>
              <a:ext uri="{FF2B5EF4-FFF2-40B4-BE49-F238E27FC236}">
                <a16:creationId xmlns:a16="http://schemas.microsoft.com/office/drawing/2014/main" id="{92651D5D-4D9F-40CF-BECC-5462FBE5F31B}"/>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flipH="1">
            <a:off x="3173663" y="6256083"/>
            <a:ext cx="586799" cy="663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8" name="Picture 3">
            <a:extLst>
              <a:ext uri="{FF2B5EF4-FFF2-40B4-BE49-F238E27FC236}">
                <a16:creationId xmlns:a16="http://schemas.microsoft.com/office/drawing/2014/main" id="{63B4E4B8-4F51-43E6-A78B-4614EA0F65F1}"/>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flipH="1">
            <a:off x="2617971" y="6172294"/>
            <a:ext cx="532683" cy="753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 name="Picture 2">
            <a:extLst>
              <a:ext uri="{FF2B5EF4-FFF2-40B4-BE49-F238E27FC236}">
                <a16:creationId xmlns:a16="http://schemas.microsoft.com/office/drawing/2014/main" id="{9702D31A-92D0-4EB3-A87E-9B6B6786FFCE}"/>
              </a:ext>
            </a:extLst>
          </p:cNvPr>
          <p:cNvPicPr>
            <a:picLocks noChangeAspect="1" noChangeArrowheads="1"/>
          </p:cNvPicPr>
          <p:nvPr/>
        </p:nvPicPr>
        <p:blipFill rotWithShape="1">
          <a:blip r:embed="rId22">
            <a:extLst>
              <a:ext uri="{28A0092B-C50C-407E-A947-70E740481C1C}">
                <a14:useLocalDpi xmlns:a14="http://schemas.microsoft.com/office/drawing/2010/main" val="0"/>
              </a:ext>
            </a:extLst>
          </a:blip>
          <a:srcRect l="48530" r="1800"/>
          <a:stretch/>
        </p:blipFill>
        <p:spPr bwMode="auto">
          <a:xfrm flipH="1">
            <a:off x="3845732" y="6156176"/>
            <a:ext cx="634698" cy="682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 name="Rounded Rectangle 34">
            <a:extLst>
              <a:ext uri="{FF2B5EF4-FFF2-40B4-BE49-F238E27FC236}">
                <a16:creationId xmlns:a16="http://schemas.microsoft.com/office/drawing/2014/main" id="{0148EB25-A4BD-4328-ABEB-9F8F464FBEB8}"/>
              </a:ext>
            </a:extLst>
          </p:cNvPr>
          <p:cNvSpPr/>
          <p:nvPr/>
        </p:nvSpPr>
        <p:spPr>
          <a:xfrm>
            <a:off x="93417" y="5652120"/>
            <a:ext cx="6676716" cy="1245231"/>
          </a:xfrm>
          <a:prstGeom prst="round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GE Inspira" pitchFamily="34" charset="0"/>
            </a:endParaRPr>
          </a:p>
        </p:txBody>
      </p:sp>
      <p:pic>
        <p:nvPicPr>
          <p:cNvPr id="51" name="Picture 13">
            <a:extLst>
              <a:ext uri="{FF2B5EF4-FFF2-40B4-BE49-F238E27FC236}">
                <a16:creationId xmlns:a16="http://schemas.microsoft.com/office/drawing/2014/main" id="{4BDE9C5E-2E1B-4F65-B94C-A330D6F9739B}"/>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0760" t="8790" r="11439" b="12948"/>
          <a:stretch/>
        </p:blipFill>
        <p:spPr bwMode="auto">
          <a:xfrm>
            <a:off x="5286103" y="3041789"/>
            <a:ext cx="168562" cy="159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 name="Picture 13">
            <a:extLst>
              <a:ext uri="{FF2B5EF4-FFF2-40B4-BE49-F238E27FC236}">
                <a16:creationId xmlns:a16="http://schemas.microsoft.com/office/drawing/2014/main" id="{987D06AD-0169-4C3F-8A3C-D6386EC476AD}"/>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0760" t="8790" r="11439" b="12948"/>
          <a:stretch/>
        </p:blipFill>
        <p:spPr bwMode="auto">
          <a:xfrm>
            <a:off x="6306000" y="3028098"/>
            <a:ext cx="168562" cy="159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 name="Picture 13">
            <a:extLst>
              <a:ext uri="{FF2B5EF4-FFF2-40B4-BE49-F238E27FC236}">
                <a16:creationId xmlns:a16="http://schemas.microsoft.com/office/drawing/2014/main" id="{651F880D-738D-4F86-B0C1-5B2660E1183D}"/>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0760" t="8790" r="11439" b="12948"/>
          <a:stretch/>
        </p:blipFill>
        <p:spPr bwMode="auto">
          <a:xfrm>
            <a:off x="4799936" y="4484682"/>
            <a:ext cx="168562" cy="159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 name="Picture 13">
            <a:extLst>
              <a:ext uri="{FF2B5EF4-FFF2-40B4-BE49-F238E27FC236}">
                <a16:creationId xmlns:a16="http://schemas.microsoft.com/office/drawing/2014/main" id="{FCA4F5ED-1D88-4125-8186-56B44AAB245F}"/>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0760" t="8790" r="11439" b="12948"/>
          <a:stretch/>
        </p:blipFill>
        <p:spPr bwMode="auto">
          <a:xfrm>
            <a:off x="5469241" y="4477058"/>
            <a:ext cx="168562" cy="159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 name="Picture 13">
            <a:extLst>
              <a:ext uri="{FF2B5EF4-FFF2-40B4-BE49-F238E27FC236}">
                <a16:creationId xmlns:a16="http://schemas.microsoft.com/office/drawing/2014/main" id="{7F96FF9D-7AC9-4D1F-9FC8-22AB2420D1C0}"/>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0760" t="8790" r="11439" b="12948"/>
          <a:stretch/>
        </p:blipFill>
        <p:spPr bwMode="auto">
          <a:xfrm>
            <a:off x="6307109" y="4481308"/>
            <a:ext cx="168562" cy="159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 name="Picture 6">
            <a:extLst>
              <a:ext uri="{FF2B5EF4-FFF2-40B4-BE49-F238E27FC236}">
                <a16:creationId xmlns:a16="http://schemas.microsoft.com/office/drawing/2014/main" id="{7420985E-5BA9-48DC-BFE9-4E484B85F162}"/>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6151" t="7143" r="6349" b="15934"/>
          <a:stretch/>
        </p:blipFill>
        <p:spPr bwMode="auto">
          <a:xfrm>
            <a:off x="2945909" y="4644227"/>
            <a:ext cx="279509" cy="26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 name="Picture 13">
            <a:extLst>
              <a:ext uri="{FF2B5EF4-FFF2-40B4-BE49-F238E27FC236}">
                <a16:creationId xmlns:a16="http://schemas.microsoft.com/office/drawing/2014/main" id="{DC47F6B4-FEAA-4DBA-9077-E967DA94A2F5}"/>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0760" t="8790" r="11439" b="12948"/>
          <a:stretch/>
        </p:blipFill>
        <p:spPr bwMode="auto">
          <a:xfrm>
            <a:off x="4852250" y="5885725"/>
            <a:ext cx="168562" cy="159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 name="Picture 13">
            <a:extLst>
              <a:ext uri="{FF2B5EF4-FFF2-40B4-BE49-F238E27FC236}">
                <a16:creationId xmlns:a16="http://schemas.microsoft.com/office/drawing/2014/main" id="{A672360D-39DC-4E95-88B1-07500564095D}"/>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0760" t="8790" r="11439" b="12948"/>
          <a:stretch/>
        </p:blipFill>
        <p:spPr bwMode="auto">
          <a:xfrm>
            <a:off x="5471757" y="5901400"/>
            <a:ext cx="168562" cy="159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 name="Picture 13">
            <a:extLst>
              <a:ext uri="{FF2B5EF4-FFF2-40B4-BE49-F238E27FC236}">
                <a16:creationId xmlns:a16="http://schemas.microsoft.com/office/drawing/2014/main" id="{E6BF6211-A6E2-4D3F-A642-7033BF2F03B5}"/>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0760" t="8790" r="11439" b="12948"/>
          <a:stretch/>
        </p:blipFill>
        <p:spPr bwMode="auto">
          <a:xfrm>
            <a:off x="6173144" y="5878799"/>
            <a:ext cx="168562" cy="159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 name="Picture 6">
            <a:extLst>
              <a:ext uri="{FF2B5EF4-FFF2-40B4-BE49-F238E27FC236}">
                <a16:creationId xmlns:a16="http://schemas.microsoft.com/office/drawing/2014/main" id="{9CF05BFC-364C-4D40-B789-C7A2CC7D400B}"/>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6151" t="7143" r="6349" b="15934"/>
          <a:stretch/>
        </p:blipFill>
        <p:spPr bwMode="auto">
          <a:xfrm>
            <a:off x="3244559" y="5832288"/>
            <a:ext cx="279509" cy="26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 name="Rounded Rectangle 34">
            <a:extLst>
              <a:ext uri="{FF2B5EF4-FFF2-40B4-BE49-F238E27FC236}">
                <a16:creationId xmlns:a16="http://schemas.microsoft.com/office/drawing/2014/main" id="{D8E71C54-019D-4332-BA1A-314F5F8A6903}"/>
              </a:ext>
            </a:extLst>
          </p:cNvPr>
          <p:cNvSpPr/>
          <p:nvPr/>
        </p:nvSpPr>
        <p:spPr>
          <a:xfrm>
            <a:off x="87867" y="6965756"/>
            <a:ext cx="6676716" cy="1494676"/>
          </a:xfrm>
          <a:prstGeom prst="round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GE Inspira" pitchFamily="34" charset="0"/>
            </a:endParaRPr>
          </a:p>
        </p:txBody>
      </p:sp>
      <p:sp>
        <p:nvSpPr>
          <p:cNvPr id="62" name="Title 4">
            <a:extLst>
              <a:ext uri="{FF2B5EF4-FFF2-40B4-BE49-F238E27FC236}">
                <a16:creationId xmlns:a16="http://schemas.microsoft.com/office/drawing/2014/main" id="{1C0D66B2-04FC-4DE2-B726-D321810FFA0C}"/>
              </a:ext>
            </a:extLst>
          </p:cNvPr>
          <p:cNvSpPr txBox="1">
            <a:spLocks/>
          </p:cNvSpPr>
          <p:nvPr/>
        </p:nvSpPr>
        <p:spPr>
          <a:xfrm>
            <a:off x="472656" y="6989164"/>
            <a:ext cx="2448271" cy="201641"/>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457200" indent="-457200" algn="l"/>
            <a:r>
              <a:rPr lang="fr-FR" sz="1400" b="1" dirty="0">
                <a:solidFill>
                  <a:schemeClr val="tx2"/>
                </a:solidFill>
                <a:latin typeface="GE Inspira" pitchFamily="34" charset="0"/>
              </a:rPr>
              <a:t>5. Sortir de sa voiture</a:t>
            </a:r>
          </a:p>
        </p:txBody>
      </p:sp>
      <p:pic>
        <p:nvPicPr>
          <p:cNvPr id="65" name="Picture 2">
            <a:extLst>
              <a:ext uri="{FF2B5EF4-FFF2-40B4-BE49-F238E27FC236}">
                <a16:creationId xmlns:a16="http://schemas.microsoft.com/office/drawing/2014/main" id="{43A516F3-683B-414B-AE53-CD0C27BE5C46}"/>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4884217" y="7157570"/>
            <a:ext cx="1788125" cy="794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 name="Picture 13">
            <a:extLst>
              <a:ext uri="{FF2B5EF4-FFF2-40B4-BE49-F238E27FC236}">
                <a16:creationId xmlns:a16="http://schemas.microsoft.com/office/drawing/2014/main" id="{929ED55D-2DDE-46E6-A556-D62B730D2F3E}"/>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0760" t="8790" r="11439" b="12948"/>
          <a:stretch/>
        </p:blipFill>
        <p:spPr bwMode="auto">
          <a:xfrm>
            <a:off x="4467346" y="7396454"/>
            <a:ext cx="168562" cy="159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a:extLst>
              <a:ext uri="{FF2B5EF4-FFF2-40B4-BE49-F238E27FC236}">
                <a16:creationId xmlns:a16="http://schemas.microsoft.com/office/drawing/2014/main" id="{2B5DC747-D3F2-4A5F-8BC4-5B048A0D9CBC}"/>
              </a:ext>
            </a:extLst>
          </p:cNvPr>
          <p:cNvSpPr/>
          <p:nvPr/>
        </p:nvSpPr>
        <p:spPr>
          <a:xfrm>
            <a:off x="202101" y="7149843"/>
            <a:ext cx="4339885" cy="861774"/>
          </a:xfrm>
          <a:prstGeom prst="rect">
            <a:avLst/>
          </a:prstGeom>
        </p:spPr>
        <p:txBody>
          <a:bodyPr wrap="square">
            <a:spAutoFit/>
          </a:bodyPr>
          <a:lstStyle/>
          <a:p>
            <a:r>
              <a:rPr lang="fr-FR" sz="1000" i="1" dirty="0"/>
              <a:t>Sortir de la voiture = Amenez les pieds près du siège. </a:t>
            </a:r>
            <a:br>
              <a:rPr lang="fr-FR" sz="1000" i="1" dirty="0"/>
            </a:br>
            <a:r>
              <a:rPr lang="fr-FR" sz="1000" i="1" dirty="0"/>
              <a:t>Saisissez le montant avec la main, pivotez le bassin vers l'extérieur et posez le pied au sol le plus près possible. Gardez le dos bien droit et chargez le poids du corps sur la jambe appuyée au sol. Relevez vous par l'action principale des jambes. Faites l’action inverse pour rentrer dans le véhicule</a:t>
            </a:r>
            <a:endParaRPr lang="fr-FR" sz="1000" dirty="0"/>
          </a:p>
        </p:txBody>
      </p:sp>
      <p:pic>
        <p:nvPicPr>
          <p:cNvPr id="67" name="Picture 2">
            <a:extLst>
              <a:ext uri="{FF2B5EF4-FFF2-40B4-BE49-F238E27FC236}">
                <a16:creationId xmlns:a16="http://schemas.microsoft.com/office/drawing/2014/main" id="{FB27E29A-37C6-41A9-87AA-29AF3F7008B8}"/>
              </a:ext>
            </a:extLst>
          </p:cNvPr>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4884217" y="7890480"/>
            <a:ext cx="533521" cy="524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8" name="Picture 3">
            <a:extLst>
              <a:ext uri="{FF2B5EF4-FFF2-40B4-BE49-F238E27FC236}">
                <a16:creationId xmlns:a16="http://schemas.microsoft.com/office/drawing/2014/main" id="{687024BF-3B2C-4D74-8439-D04223AC8C60}"/>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771968" y="7860028"/>
            <a:ext cx="580809" cy="554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a:extLst>
              <a:ext uri="{FF2B5EF4-FFF2-40B4-BE49-F238E27FC236}">
                <a16:creationId xmlns:a16="http://schemas.microsoft.com/office/drawing/2014/main" id="{9385A024-222B-4EB0-872C-64821AA88D65}"/>
              </a:ext>
            </a:extLst>
          </p:cNvPr>
          <p:cNvSpPr/>
          <p:nvPr/>
        </p:nvSpPr>
        <p:spPr>
          <a:xfrm>
            <a:off x="211207" y="8011617"/>
            <a:ext cx="3429000" cy="400110"/>
          </a:xfrm>
          <a:prstGeom prst="rect">
            <a:avLst/>
          </a:prstGeom>
        </p:spPr>
        <p:txBody>
          <a:bodyPr>
            <a:spAutoFit/>
          </a:bodyPr>
          <a:lstStyle/>
          <a:p>
            <a:r>
              <a:rPr lang="fr-FR" sz="1000" i="1" dirty="0"/>
              <a:t>Sortez vos courses du coffre en fléchissant les jambes et les bras, dos droit.</a:t>
            </a:r>
          </a:p>
        </p:txBody>
      </p:sp>
      <p:pic>
        <p:nvPicPr>
          <p:cNvPr id="69" name="Picture 6">
            <a:extLst>
              <a:ext uri="{FF2B5EF4-FFF2-40B4-BE49-F238E27FC236}">
                <a16:creationId xmlns:a16="http://schemas.microsoft.com/office/drawing/2014/main" id="{4F6F2661-9D9F-4235-BF6E-DE9F1F3480F0}"/>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6151" t="7143" r="6349" b="15934"/>
          <a:stretch/>
        </p:blipFill>
        <p:spPr bwMode="auto">
          <a:xfrm>
            <a:off x="3453485" y="8019594"/>
            <a:ext cx="279509" cy="26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0" name="Picture 13">
            <a:extLst>
              <a:ext uri="{FF2B5EF4-FFF2-40B4-BE49-F238E27FC236}">
                <a16:creationId xmlns:a16="http://schemas.microsoft.com/office/drawing/2014/main" id="{7EF20CEF-885F-4AAD-B65A-0B5CBDE72169}"/>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0760" t="8790" r="11439" b="12948"/>
          <a:stretch/>
        </p:blipFill>
        <p:spPr bwMode="auto">
          <a:xfrm>
            <a:off x="4483754" y="7986477"/>
            <a:ext cx="168562" cy="159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5264620"/>
      </p:ext>
    </p:extLst>
  </p:cSld>
  <p:clrMapOvr>
    <a:masterClrMapping/>
  </p:clrMapOvr>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316</Words>
  <Application>Microsoft Office PowerPoint</Application>
  <PresentationFormat>Affichage à l'écran (4:3)</PresentationFormat>
  <Paragraphs>19</Paragraphs>
  <Slides>1</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vt:i4>
      </vt:variant>
    </vt:vector>
  </HeadingPairs>
  <TitlesOfParts>
    <vt:vector size="6" baseType="lpstr">
      <vt:lpstr>Arial</vt:lpstr>
      <vt:lpstr>Calibri</vt:lpstr>
      <vt:lpstr>GE Inspira</vt:lpstr>
      <vt:lpstr>Wingdings</vt:lpstr>
      <vt:lpstr>Thème Office</vt:lpstr>
      <vt:lpstr>Tuto ERGO - Les bonnes pratiques ERGO  au quotidien à la maison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Giblaine, Anais           UTC CCS</dc:creator>
  <cp:lastModifiedBy>FOURRIER, Sabine</cp:lastModifiedBy>
  <cp:revision>37</cp:revision>
  <dcterms:created xsi:type="dcterms:W3CDTF">2017-01-04T15:17:33Z</dcterms:created>
  <dcterms:modified xsi:type="dcterms:W3CDTF">2023-07-25T11:43:16Z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2023-02-09T10:17:04Z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47995fc2-1f56-47ce-9137-a87caef4be74</vt:lpwstr>
  </property>
  <property fmtid="{D5CDD505-2E9C-101B-9397-08002B2CF9AE}" pid="7" name="MSIP_Label_defa4170-0d19-0005-0004-bc88714345d2_ActionId">
    <vt:lpwstr>c1b5c86b-7915-4cbc-a302-fec2b1743f75</vt:lpwstr>
  </property>
  <property fmtid="{D5CDD505-2E9C-101B-9397-08002B2CF9AE}" pid="8" name="MSIP_Label_defa4170-0d19-0005-0004-bc88714345d2_ContentBits">
    <vt:lpwstr>0</vt:lpwstr>
  </property>
</Properties>
</file>