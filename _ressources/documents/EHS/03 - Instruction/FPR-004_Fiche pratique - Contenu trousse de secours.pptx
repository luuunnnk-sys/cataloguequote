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6858000" cy="9906000" type="A4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53" y="3331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2344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217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136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672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831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2656" y="-16868"/>
            <a:ext cx="6172200" cy="1225452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9073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545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48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9861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59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5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30A12-7CED-4811-BA86-E79333288502}" type="datetimeFigureOut">
              <a:rPr lang="fr-FR" smtClean="0"/>
              <a:pPr/>
              <a:t>02/05/2016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346D8-3A7E-416B-933D-2E6C9257D7B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26" name="Picture 2" descr="C:\Users\Evans Terry\Eau &amp; Feu\Graphisme communication\Consigne EHS\Consigne Hygiène en power point\Consigne environnement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6858001" cy="99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58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/>
          <p:cNvGrpSpPr/>
          <p:nvPr/>
        </p:nvGrpSpPr>
        <p:grpSpPr>
          <a:xfrm>
            <a:off x="2060848" y="9113746"/>
            <a:ext cx="2744296" cy="799617"/>
            <a:chOff x="2847430" y="11801400"/>
            <a:chExt cx="4306130" cy="1157009"/>
          </a:xfrm>
        </p:grpSpPr>
        <p:sp>
          <p:nvSpPr>
            <p:cNvPr id="7" name="ZoneTexte 6"/>
            <p:cNvSpPr txBox="1"/>
            <p:nvPr/>
          </p:nvSpPr>
          <p:spPr>
            <a:xfrm>
              <a:off x="3792488" y="11801400"/>
              <a:ext cx="1895832" cy="4770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  <p:sp>
          <p:nvSpPr>
            <p:cNvPr id="8" name="Parallélogramme 7"/>
            <p:cNvSpPr/>
            <p:nvPr/>
          </p:nvSpPr>
          <p:spPr>
            <a:xfrm>
              <a:off x="2847430" y="12184438"/>
              <a:ext cx="2033805" cy="763324"/>
            </a:xfrm>
            <a:prstGeom prst="parallelogram">
              <a:avLst>
                <a:gd name="adj" fmla="val 118124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Parallélogramme 8"/>
            <p:cNvSpPr/>
            <p:nvPr/>
          </p:nvSpPr>
          <p:spPr>
            <a:xfrm>
              <a:off x="3977322" y="12180420"/>
              <a:ext cx="2033805" cy="745718"/>
            </a:xfrm>
            <a:prstGeom prst="parallelogram">
              <a:avLst>
                <a:gd name="adj" fmla="val 118124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Parallélogramme 9"/>
            <p:cNvSpPr/>
            <p:nvPr/>
          </p:nvSpPr>
          <p:spPr>
            <a:xfrm>
              <a:off x="5006765" y="12193151"/>
              <a:ext cx="2146795" cy="765258"/>
            </a:xfrm>
            <a:prstGeom prst="parallelogram">
              <a:avLst>
                <a:gd name="adj" fmla="val 118124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ZoneTexte 43"/>
          <p:cNvSpPr txBox="1">
            <a:spLocks noChangeArrowheads="1"/>
          </p:cNvSpPr>
          <p:nvPr/>
        </p:nvSpPr>
        <p:spPr bwMode="auto">
          <a:xfrm>
            <a:off x="4437112" y="9232830"/>
            <a:ext cx="316835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600" dirty="0" smtClean="0">
                <a:latin typeface="Arial" panose="020B0604020202020204" pitchFamily="34" charset="0"/>
                <a:cs typeface="Arial" panose="020B0604020202020204" pitchFamily="34" charset="0"/>
              </a:rPr>
              <a:t>CHUBB France </a:t>
            </a:r>
            <a:r>
              <a:rPr lang="fr-FR" sz="600" dirty="0">
                <a:latin typeface="Arial" panose="020B0604020202020204" pitchFamily="34" charset="0"/>
                <a:cs typeface="Arial" panose="020B0604020202020204" pitchFamily="34" charset="0"/>
              </a:rPr>
              <a:t>I Service </a:t>
            </a:r>
            <a:r>
              <a:rPr lang="fr-FR" sz="600" dirty="0" smtClean="0">
                <a:latin typeface="Arial" panose="020B0604020202020204" pitchFamily="34" charset="0"/>
                <a:cs typeface="Arial" panose="020B0604020202020204" pitchFamily="34" charset="0"/>
              </a:rPr>
              <a:t>EH&amp;S </a:t>
            </a:r>
            <a:r>
              <a:rPr lang="fr-FR" sz="60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fr-FR" sz="600" smtClean="0">
                <a:latin typeface="Arial" panose="020B0604020202020204" pitchFamily="34" charset="0"/>
                <a:cs typeface="Arial" panose="020B0604020202020204" pitchFamily="34" charset="0"/>
              </a:rPr>
              <a:t>FPR-004 </a:t>
            </a:r>
            <a:r>
              <a:rPr lang="fr-FR" sz="600" dirty="0">
                <a:latin typeface="Arial" panose="020B0604020202020204" pitchFamily="34" charset="0"/>
                <a:cs typeface="Arial" panose="020B0604020202020204" pitchFamily="34" charset="0"/>
              </a:rPr>
              <a:t>I Créé le </a:t>
            </a:r>
            <a:r>
              <a:rPr lang="fr-FR" sz="600" dirty="0" smtClean="0">
                <a:latin typeface="Arial" panose="020B0604020202020204" pitchFamily="34" charset="0"/>
                <a:cs typeface="Arial" panose="020B0604020202020204" pitchFamily="34" charset="0"/>
              </a:rPr>
              <a:t>16/09/15</a:t>
            </a:r>
            <a:endParaRPr lang="fr-FR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0" y="-159568"/>
            <a:ext cx="6858000" cy="1225452"/>
          </a:xfrm>
        </p:spPr>
        <p:txBody>
          <a:bodyPr>
            <a:normAutofit/>
          </a:bodyPr>
          <a:lstStyle/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Contenu de l’armoire à pharmacie</a:t>
            </a: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F:\Picto\Logo Hygièn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0" y="1064569"/>
            <a:ext cx="781200" cy="78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896" y="9456225"/>
            <a:ext cx="1613239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6632" y="8667799"/>
            <a:ext cx="6624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contenu de l’armoire à pharmacie peut être complété par </a:t>
            </a:r>
            <a:r>
              <a:rPr lang="fr-FR" sz="120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1200" smtClean="0">
                <a:latin typeface="Arial" panose="020B0604020202020204" pitchFamily="34" charset="0"/>
                <a:cs typeface="Arial" panose="020B0604020202020204" pitchFamily="34" charset="0"/>
              </a:rPr>
              <a:t>recommandations 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du médecin du travail de </a:t>
            </a:r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l’agence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047930"/>
              </p:ext>
            </p:extLst>
          </p:nvPr>
        </p:nvGraphicFramePr>
        <p:xfrm>
          <a:off x="692696" y="4282008"/>
          <a:ext cx="5472608" cy="419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566"/>
                <a:gridCol w="2270770"/>
                <a:gridCol w="1080120"/>
                <a:gridCol w="1368152"/>
              </a:tblGrid>
              <a:tr h="417632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Quantité initiale</a:t>
                      </a:r>
                      <a:endParaRPr lang="fr-FR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 de péremption</a:t>
                      </a:r>
                      <a:endParaRPr lang="fr-FR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8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fr-FR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Quantité utilisée</a:t>
                      </a:r>
                      <a:endParaRPr lang="fr-FR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Couverture de survie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Uni-doses pour lavage</a:t>
                      </a:r>
                      <a:r>
                        <a:rPr lang="fr-FR" sz="8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oculaire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Compresses</a:t>
                      </a:r>
                      <a:r>
                        <a:rPr lang="fr-FR" sz="8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stériles 5 x 5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Pansements adhésifs assortis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Bandes extensibles 3m x 7m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Paires de gants Vinyle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Pansement</a:t>
                      </a:r>
                      <a:r>
                        <a:rPr lang="fr-FR" sz="8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compressif stérile PM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Pansement</a:t>
                      </a:r>
                      <a:r>
                        <a:rPr lang="fr-FR" sz="8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compressif stérile GM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Pince à échardes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Doigtier en cuir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Rouleau de sparadrap</a:t>
                      </a:r>
                      <a:r>
                        <a:rPr lang="fr-FR" sz="8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5m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Paire de ciseaux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Compresses alcoolisées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fr-F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Épingles de sûreté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fr-FR" sz="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Compresses antiseptique</a:t>
                      </a:r>
                      <a:r>
                        <a:rPr lang="fr-FR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Chlorhexidine</a:t>
                      </a:r>
                      <a:endParaRPr lang="fr-FR" sz="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 descr="Résultat de recherche d'images pour &quot;trousse de secours croix&quot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606" y="1280592"/>
            <a:ext cx="2519999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91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Format A4 (210 x 297 mm)</PresentationFormat>
  <Paragraphs>37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Contenu de l’armoire à pharmacie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Evans Terry</dc:creator>
  <cp:lastModifiedBy>Stephanie Galand</cp:lastModifiedBy>
  <cp:revision>31</cp:revision>
  <dcterms:created xsi:type="dcterms:W3CDTF">2012-02-08T10:24:52Z</dcterms:created>
  <dcterms:modified xsi:type="dcterms:W3CDTF">2016-05-02T07:18:47Z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DVERSION">
    <vt:lpwstr>11374</vt:lpwstr>
  </property>
  <property fmtid="{D5CDD505-2E9C-101B-9397-08002B2CF9AE}" pid="3" name="DATABASENAME">
    <vt:lpwstr>GestionDocumentaire</vt:lpwstr>
  </property>
  <property fmtid="{D5CDD505-2E9C-101B-9397-08002B2CF9AE}" pid="4" name="HTTPMODE">
    <vt:lpwstr>http://</vt:lpwstr>
  </property>
  <property fmtid="{D5CDD505-2E9C-101B-9397-08002B2CF9AE}" pid="5" name="IIS_SERVERNAME">
    <vt:lpwstr>CFRRYA2T</vt:lpwstr>
  </property>
  <property fmtid="{D5CDD505-2E9C-101B-9397-08002B2CF9AE}" pid="6" name="IIS_SERVER">
    <vt:lpwstr>kfrcea03</vt:lpwstr>
  </property>
  <property fmtid="{D5CDD505-2E9C-101B-9397-08002B2CF9AE}" pid="7" name="DB_GUID">
    <vt:lpwstr>{E944A256-FE5B-45B6-AF2F-0DAB9EF0A8F4}</vt:lpwstr>
  </property>
  <property fmtid="{D5CDD505-2E9C-101B-9397-08002B2CF9AE}" pid="8" name="CHECKOUTBY">
    <vt:lpwstr/>
  </property>
  <property fmtid="{D5CDD505-2E9C-101B-9397-08002B2CF9AE}" pid="9" name="CHECKOUTBY_USERID">
    <vt:lpwstr/>
  </property>
  <property fmtid="{D5CDD505-2E9C-101B-9397-08002B2CF9AE}" pid="10" name="CHECKOUTDATE">
    <vt:lpwstr/>
  </property>
  <property fmtid="{D5CDD505-2E9C-101B-9397-08002B2CF9AE}" pid="11" name="VERSION">
    <vt:lpwstr>0</vt:lpwstr>
  </property>
  <property fmtid="{D5CDD505-2E9C-101B-9397-08002B2CF9AE}" pid="12" name="CURSTEPNAME">
    <vt:lpwstr>Application</vt:lpwstr>
  </property>
  <property fmtid="{D5CDD505-2E9C-101B-9397-08002B2CF9AE}" pid="13" name="CUROPENAME">
    <vt:lpwstr>Not implemented</vt:lpwstr>
  </property>
  <property fmtid="{D5CDD505-2E9C-101B-9397-08002B2CF9AE}" pid="14" name="NEXTOPENAME">
    <vt:lpwstr>Not implemented</vt:lpwstr>
  </property>
  <property fmtid="{D5CDD505-2E9C-101B-9397-08002B2CF9AE}" pid="15" name="RESPNAME">
    <vt:lpwstr>Detriche Catherine</vt:lpwstr>
  </property>
  <property fmtid="{D5CDD505-2E9C-101B-9397-08002B2CF9AE}" pid="16" name="CREATORNAME">
    <vt:lpwstr>Detriche Catherine</vt:lpwstr>
  </property>
  <property fmtid="{D5CDD505-2E9C-101B-9397-08002B2CF9AE}" pid="17" name="CREATEDATE">
    <vt:lpwstr>17/12/2015</vt:lpwstr>
  </property>
  <property fmtid="{D5CDD505-2E9C-101B-9397-08002B2CF9AE}" pid="18" name="VERIFICATORNAME">
    <vt:lpwstr/>
  </property>
  <property fmtid="{D5CDD505-2E9C-101B-9397-08002B2CF9AE}" pid="19" name="VERIFICATIONDATE">
    <vt:lpwstr/>
  </property>
  <property fmtid="{D5CDD505-2E9C-101B-9397-08002B2CF9AE}" pid="20" name="REDACTORNAME">
    <vt:lpwstr/>
  </property>
  <property fmtid="{D5CDD505-2E9C-101B-9397-08002B2CF9AE}" pid="21" name="REDACTIONDATE">
    <vt:lpwstr/>
  </property>
  <property fmtid="{D5CDD505-2E9C-101B-9397-08002B2CF9AE}" pid="22" name="APPROBATORNAME">
    <vt:lpwstr/>
  </property>
  <property fmtid="{D5CDD505-2E9C-101B-9397-08002B2CF9AE}" pid="23" name="APPROBATIONDATE">
    <vt:lpwstr/>
  </property>
  <property fmtid="{D5CDD505-2E9C-101B-9397-08002B2CF9AE}" pid="24" name="IDFILE">
    <vt:lpwstr>19422</vt:lpwstr>
  </property>
  <property fmtid="{D5CDD505-2E9C-101B-9397-08002B2CF9AE}" pid="25" name="CHECKSUM">
    <vt:lpwstr>-19422</vt:lpwstr>
  </property>
  <property fmtid="{D5CDD505-2E9C-101B-9397-08002B2CF9AE}" pid="26" name="IDENTITIES">
    <vt:lpwstr/>
  </property>
  <property fmtid="{D5CDD505-2E9C-101B-9397-08002B2CF9AE}" pid="27" name="ENTITYNAME">
    <vt:lpwstr/>
  </property>
  <property fmtid="{D5CDD505-2E9C-101B-9397-08002B2CF9AE}" pid="28" name="REFERENCE">
    <vt:lpwstr>FPR-004</vt:lpwstr>
  </property>
  <property fmtid="{D5CDD505-2E9C-101B-9397-08002B2CF9AE}" pid="29" name="TITLE">
    <vt:lpwstr>Fiche pratique - Contenu trousse de secours</vt:lpwstr>
  </property>
  <property fmtid="{D5CDD505-2E9C-101B-9397-08002B2CF9AE}" pid="30" name="STARTAPPLI">
    <vt:lpwstr>17/12/2015</vt:lpwstr>
  </property>
  <property fmtid="{D5CDD505-2E9C-101B-9397-08002B2CF9AE}" pid="31" name="ENDAPPLI">
    <vt:lpwstr/>
  </property>
  <property fmtid="{D5CDD505-2E9C-101B-9397-08002B2CF9AE}" pid="32" name="VDOC_LISTE_RISQUE_EHS">
    <vt:lpwstr>00 Divers</vt:lpwstr>
  </property>
  <property fmtid="{D5CDD505-2E9C-101B-9397-08002B2CF9AE}" pid="33" name="VDOC_LISTE_RUBRIQUE_INTRANET">
    <vt:lpwstr/>
  </property>
  <property fmtid="{D5CDD505-2E9C-101B-9397-08002B2CF9AE}" pid="34" name="OFFICIAL">
    <vt:lpwstr>Detriche Catherine</vt:lpwstr>
  </property>
  <property fmtid="{D5CDD505-2E9C-101B-9397-08002B2CF9AE}" pid="35" name="VDOC_FREE_ANCIENNE_R_F_RENCE">
    <vt:lpwstr/>
  </property>
  <property fmtid="{D5CDD505-2E9C-101B-9397-08002B2CF9AE}" pid="36" name="VDOC_FREE_TYPE_POUR_R_F_RENCE_FORMAT_E">
    <vt:lpwstr>FPR</vt:lpwstr>
  </property>
  <property fmtid="{D5CDD505-2E9C-101B-9397-08002B2CF9AE}" pid="37" name="VDOC_FREE_PROPRI_TAIRE">
    <vt:lpwstr/>
  </property>
  <property fmtid="{D5CDD505-2E9C-101B-9397-08002B2CF9AE}" pid="38" name="VDOC_FREE_MAIL_DIFFUSION">
    <vt:lpwstr/>
  </property>
  <property fmtid="{D5CDD505-2E9C-101B-9397-08002B2CF9AE}" pid="39" name="VDOC_FREE_LIEN_VERSION_APPLICABLE">
    <vt:lpwstr>http://kfrcea03/vdocopenweb/asp/center.asp?dbname=GestionDocumentaire&amp;UserLogin=Public&amp;RedirectTo=LoadHttpLinkByRef%2Easp%3Fiddoc%3D9274</vt:lpwstr>
  </property>
</Properties>
</file>